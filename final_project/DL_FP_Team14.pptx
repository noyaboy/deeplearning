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72385" autoAdjust="0"/>
  </p:normalViewPr>
  <p:slideViewPr>
    <p:cSldViewPr snapToGrid="0">
      <p:cViewPr>
        <p:scale>
          <a:sx n="75" d="100"/>
          <a:sy n="75" d="100"/>
        </p:scale>
        <p:origin x="1047" y="51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皓鈞 梁" userId="93b5d0749d01a3e3" providerId="LiveId" clId="{2C74DE79-12F6-4D2B-896F-96DAA81B2EF7}"/>
    <pc:docChg chg="undo redo custSel addSld modSld addSection delSection">
      <pc:chgData name="皓鈞 梁" userId="93b5d0749d01a3e3" providerId="LiveId" clId="{2C74DE79-12F6-4D2B-896F-96DAA81B2EF7}" dt="2025-12-28T13:21:19.155" v="2898" actId="20577"/>
      <pc:docMkLst>
        <pc:docMk/>
      </pc:docMkLst>
      <pc:sldChg chg="addSp delSp modSp mod modNotesTx">
        <pc:chgData name="皓鈞 梁" userId="93b5d0749d01a3e3" providerId="LiveId" clId="{2C74DE79-12F6-4D2B-896F-96DAA81B2EF7}" dt="2025-12-28T12:46:46.007" v="2152" actId="20577"/>
        <pc:sldMkLst>
          <pc:docMk/>
          <pc:sldMk cId="4129470365" sldId="256"/>
        </pc:sldMkLst>
        <pc:picChg chg="add mod">
          <ac:chgData name="皓鈞 梁" userId="93b5d0749d01a3e3" providerId="LiveId" clId="{2C74DE79-12F6-4D2B-896F-96DAA81B2EF7}" dt="2025-12-28T10:51:47.906" v="1492" actId="14100"/>
          <ac:picMkLst>
            <pc:docMk/>
            <pc:sldMk cId="4129470365" sldId="256"/>
            <ac:picMk id="5" creationId="{D14C449A-DB88-6083-50C2-A846D9F5B437}"/>
          </ac:picMkLst>
        </pc:picChg>
        <pc:picChg chg="del">
          <ac:chgData name="皓鈞 梁" userId="93b5d0749d01a3e3" providerId="LiveId" clId="{2C74DE79-12F6-4D2B-896F-96DAA81B2EF7}" dt="2025-12-28T10:49:54.443" v="1465" actId="478"/>
          <ac:picMkLst>
            <pc:docMk/>
            <pc:sldMk cId="4129470365" sldId="256"/>
            <ac:picMk id="9" creationId="{BE542F07-442D-30D8-38DB-D8FB931AB7B7}"/>
          </ac:picMkLst>
        </pc:picChg>
      </pc:sldChg>
      <pc:sldChg chg="addSp delSp modSp mod modNotesTx">
        <pc:chgData name="皓鈞 梁" userId="93b5d0749d01a3e3" providerId="LiveId" clId="{2C74DE79-12F6-4D2B-896F-96DAA81B2EF7}" dt="2025-12-28T13:10:22.329" v="2377" actId="207"/>
        <pc:sldMkLst>
          <pc:docMk/>
          <pc:sldMk cId="1291984827" sldId="257"/>
        </pc:sldMkLst>
        <pc:picChg chg="del">
          <ac:chgData name="皓鈞 梁" userId="93b5d0749d01a3e3" providerId="LiveId" clId="{2C74DE79-12F6-4D2B-896F-96DAA81B2EF7}" dt="2025-12-28T10:49:55.335" v="1466" actId="478"/>
          <ac:picMkLst>
            <pc:docMk/>
            <pc:sldMk cId="1291984827" sldId="257"/>
            <ac:picMk id="5" creationId="{76ADF9D6-DC64-81FA-B9A8-EB17A1A1D5BA}"/>
          </ac:picMkLst>
        </pc:picChg>
        <pc:picChg chg="add mod">
          <ac:chgData name="皓鈞 梁" userId="93b5d0749d01a3e3" providerId="LiveId" clId="{2C74DE79-12F6-4D2B-896F-96DAA81B2EF7}" dt="2025-12-28T10:51:59.986" v="1494" actId="1076"/>
          <ac:picMkLst>
            <pc:docMk/>
            <pc:sldMk cId="1291984827" sldId="257"/>
            <ac:picMk id="6" creationId="{CEEE1E05-F265-7B91-305C-7FD733D9B5C0}"/>
          </ac:picMkLst>
        </pc:picChg>
      </pc:sldChg>
      <pc:sldChg chg="addSp delSp modSp mod modNotesTx">
        <pc:chgData name="皓鈞 梁" userId="93b5d0749d01a3e3" providerId="LiveId" clId="{2C74DE79-12F6-4D2B-896F-96DAA81B2EF7}" dt="2025-12-28T13:10:33.622" v="2379" actId="20577"/>
        <pc:sldMkLst>
          <pc:docMk/>
          <pc:sldMk cId="1504048706" sldId="258"/>
        </pc:sldMkLst>
        <pc:picChg chg="del">
          <ac:chgData name="皓鈞 梁" userId="93b5d0749d01a3e3" providerId="LiveId" clId="{2C74DE79-12F6-4D2B-896F-96DAA81B2EF7}" dt="2025-12-28T10:49:56.036" v="1467" actId="478"/>
          <ac:picMkLst>
            <pc:docMk/>
            <pc:sldMk cId="1504048706" sldId="258"/>
            <ac:picMk id="5" creationId="{16087080-A817-EBA8-11C5-75C9ACE2711B}"/>
          </ac:picMkLst>
        </pc:picChg>
        <pc:picChg chg="add mod">
          <ac:chgData name="皓鈞 梁" userId="93b5d0749d01a3e3" providerId="LiveId" clId="{2C74DE79-12F6-4D2B-896F-96DAA81B2EF7}" dt="2025-12-28T11:02:03.444" v="1517" actId="1076"/>
          <ac:picMkLst>
            <pc:docMk/>
            <pc:sldMk cId="1504048706" sldId="258"/>
            <ac:picMk id="6" creationId="{D25B69B2-5D93-0186-A339-E00B5BF9B866}"/>
          </ac:picMkLst>
        </pc:picChg>
      </pc:sldChg>
      <pc:sldChg chg="addSp delSp modSp mod modNotesTx">
        <pc:chgData name="皓鈞 梁" userId="93b5d0749d01a3e3" providerId="LiveId" clId="{2C74DE79-12F6-4D2B-896F-96DAA81B2EF7}" dt="2025-12-28T13:13:20.419" v="2458" actId="20577"/>
        <pc:sldMkLst>
          <pc:docMk/>
          <pc:sldMk cId="3729726321" sldId="259"/>
        </pc:sldMkLst>
        <pc:picChg chg="del">
          <ac:chgData name="皓鈞 梁" userId="93b5d0749d01a3e3" providerId="LiveId" clId="{2C74DE79-12F6-4D2B-896F-96DAA81B2EF7}" dt="2025-12-28T10:49:56.801" v="1468" actId="478"/>
          <ac:picMkLst>
            <pc:docMk/>
            <pc:sldMk cId="3729726321" sldId="259"/>
            <ac:picMk id="5" creationId="{0D8D273B-9350-14CC-C908-951789B02014}"/>
          </ac:picMkLst>
        </pc:picChg>
        <pc:picChg chg="add mod">
          <ac:chgData name="皓鈞 梁" userId="93b5d0749d01a3e3" providerId="LiveId" clId="{2C74DE79-12F6-4D2B-896F-96DAA81B2EF7}" dt="2025-12-28T11:00:46.067" v="1498" actId="1076"/>
          <ac:picMkLst>
            <pc:docMk/>
            <pc:sldMk cId="3729726321" sldId="259"/>
            <ac:picMk id="6" creationId="{9E3D6F36-22A4-BB0E-0450-41170A251DC2}"/>
          </ac:picMkLst>
        </pc:picChg>
        <pc:picChg chg="add del mod">
          <ac:chgData name="皓鈞 梁" userId="93b5d0749d01a3e3" providerId="LiveId" clId="{2C74DE79-12F6-4D2B-896F-96DAA81B2EF7}" dt="2025-12-28T12:28:07.478" v="1808" actId="478"/>
          <ac:picMkLst>
            <pc:docMk/>
            <pc:sldMk cId="3729726321" sldId="259"/>
            <ac:picMk id="8" creationId="{628679BA-66FA-E65B-DCA1-20EC94853778}"/>
          </ac:picMkLst>
        </pc:picChg>
      </pc:sldChg>
      <pc:sldChg chg="addSp delSp modSp mod modNotesTx">
        <pc:chgData name="皓鈞 梁" userId="93b5d0749d01a3e3" providerId="LiveId" clId="{2C74DE79-12F6-4D2B-896F-96DAA81B2EF7}" dt="2025-12-28T13:14:57.355" v="2524" actId="20577"/>
        <pc:sldMkLst>
          <pc:docMk/>
          <pc:sldMk cId="1550047354" sldId="260"/>
        </pc:sldMkLst>
        <pc:picChg chg="del">
          <ac:chgData name="皓鈞 梁" userId="93b5d0749d01a3e3" providerId="LiveId" clId="{2C74DE79-12F6-4D2B-896F-96DAA81B2EF7}" dt="2025-12-28T09:06:04.871" v="249" actId="478"/>
          <ac:picMkLst>
            <pc:docMk/>
            <pc:sldMk cId="1550047354" sldId="260"/>
            <ac:picMk id="5" creationId="{9C037F46-F67F-3307-17C0-83BA8F78DAC0}"/>
          </ac:picMkLst>
        </pc:picChg>
        <pc:picChg chg="add del mod">
          <ac:chgData name="皓鈞 梁" userId="93b5d0749d01a3e3" providerId="LiveId" clId="{2C74DE79-12F6-4D2B-896F-96DAA81B2EF7}" dt="2025-12-28T09:07:04.197" v="259" actId="478"/>
          <ac:picMkLst>
            <pc:docMk/>
            <pc:sldMk cId="1550047354" sldId="260"/>
            <ac:picMk id="6" creationId="{22F8F1EE-DB2B-AAC3-F44F-CF7DCF1D94D3}"/>
          </ac:picMkLst>
        </pc:picChg>
        <pc:picChg chg="add del mod modCrop">
          <ac:chgData name="皓鈞 梁" userId="93b5d0749d01a3e3" providerId="LiveId" clId="{2C74DE79-12F6-4D2B-896F-96DAA81B2EF7}" dt="2025-12-28T09:42:27.281" v="549" actId="478"/>
          <ac:picMkLst>
            <pc:docMk/>
            <pc:sldMk cId="1550047354" sldId="260"/>
            <ac:picMk id="8" creationId="{1BBE506C-B546-CFF9-D00F-0C3DFFEB5B82}"/>
          </ac:picMkLst>
        </pc:picChg>
        <pc:picChg chg="add del mod">
          <ac:chgData name="皓鈞 梁" userId="93b5d0749d01a3e3" providerId="LiveId" clId="{2C74DE79-12F6-4D2B-896F-96DAA81B2EF7}" dt="2025-12-28T10:49:57.595" v="1469" actId="478"/>
          <ac:picMkLst>
            <pc:docMk/>
            <pc:sldMk cId="1550047354" sldId="260"/>
            <ac:picMk id="10" creationId="{83789416-2BD9-262C-B677-46A3DF809A56}"/>
          </ac:picMkLst>
        </pc:picChg>
        <pc:picChg chg="add del mod">
          <ac:chgData name="皓鈞 梁" userId="93b5d0749d01a3e3" providerId="LiveId" clId="{2C74DE79-12F6-4D2B-896F-96DAA81B2EF7}" dt="2025-12-28T12:29:03.261" v="1811" actId="478"/>
          <ac:picMkLst>
            <pc:docMk/>
            <pc:sldMk cId="1550047354" sldId="260"/>
            <ac:picMk id="12" creationId="{6F76446A-9FD3-E71F-F5E5-71308FA893EB}"/>
          </ac:picMkLst>
        </pc:picChg>
        <pc:picChg chg="add del mod">
          <ac:chgData name="皓鈞 梁" userId="93b5d0749d01a3e3" providerId="LiveId" clId="{2C74DE79-12F6-4D2B-896F-96DAA81B2EF7}" dt="2025-12-28T12:28:29.676" v="1810" actId="478"/>
          <ac:picMkLst>
            <pc:docMk/>
            <pc:sldMk cId="1550047354" sldId="260"/>
            <ac:picMk id="14" creationId="{EB80D9A4-D689-526C-63D4-274C9B154DC4}"/>
          </ac:picMkLst>
        </pc:picChg>
        <pc:picChg chg="add mod">
          <ac:chgData name="皓鈞 梁" userId="93b5d0749d01a3e3" providerId="LiveId" clId="{2C74DE79-12F6-4D2B-896F-96DAA81B2EF7}" dt="2025-12-28T12:29:15.156" v="1814" actId="14100"/>
          <ac:picMkLst>
            <pc:docMk/>
            <pc:sldMk cId="1550047354" sldId="260"/>
            <ac:picMk id="16" creationId="{4B4A69F4-3FB0-39EB-EA71-2E6DF5132F6C}"/>
          </ac:picMkLst>
        </pc:picChg>
      </pc:sldChg>
      <pc:sldChg chg="addSp delSp modSp mod modNotesTx">
        <pc:chgData name="皓鈞 梁" userId="93b5d0749d01a3e3" providerId="LiveId" clId="{2C74DE79-12F6-4D2B-896F-96DAA81B2EF7}" dt="2025-12-28T13:16:15.836" v="2575" actId="20577"/>
        <pc:sldMkLst>
          <pc:docMk/>
          <pc:sldMk cId="2313388373" sldId="261"/>
        </pc:sldMkLst>
        <pc:picChg chg="del mod modCrop">
          <ac:chgData name="皓鈞 梁" userId="93b5d0749d01a3e3" providerId="LiveId" clId="{2C74DE79-12F6-4D2B-896F-96DAA81B2EF7}" dt="2025-12-28T09:42:32.206" v="551" actId="478"/>
          <ac:picMkLst>
            <pc:docMk/>
            <pc:sldMk cId="2313388373" sldId="261"/>
            <ac:picMk id="5" creationId="{FDEF4141-872E-7B63-DA0D-3F27548AF162}"/>
          </ac:picMkLst>
        </pc:picChg>
        <pc:picChg chg="add del mod">
          <ac:chgData name="皓鈞 梁" userId="93b5d0749d01a3e3" providerId="LiveId" clId="{2C74DE79-12F6-4D2B-896F-96DAA81B2EF7}" dt="2025-12-28T10:49:58.317" v="1470" actId="478"/>
          <ac:picMkLst>
            <pc:docMk/>
            <pc:sldMk cId="2313388373" sldId="261"/>
            <ac:picMk id="6" creationId="{7B30632D-381C-4943-652B-07FA3D6F437D}"/>
          </ac:picMkLst>
        </pc:picChg>
        <pc:picChg chg="add mod">
          <ac:chgData name="皓鈞 梁" userId="93b5d0749d01a3e3" providerId="LiveId" clId="{2C74DE79-12F6-4D2B-896F-96DAA81B2EF7}" dt="2025-12-28T11:01:29.515" v="1510" actId="1076"/>
          <ac:picMkLst>
            <pc:docMk/>
            <pc:sldMk cId="2313388373" sldId="261"/>
            <ac:picMk id="8" creationId="{D463A7D1-298D-85D8-4869-573E6F990868}"/>
          </ac:picMkLst>
        </pc:picChg>
      </pc:sldChg>
      <pc:sldChg chg="addSp delSp modSp mod modNotesTx">
        <pc:chgData name="皓鈞 梁" userId="93b5d0749d01a3e3" providerId="LiveId" clId="{2C74DE79-12F6-4D2B-896F-96DAA81B2EF7}" dt="2025-12-28T13:17:50.080" v="2638" actId="20577"/>
        <pc:sldMkLst>
          <pc:docMk/>
          <pc:sldMk cId="4265080199" sldId="262"/>
        </pc:sldMkLst>
        <pc:picChg chg="del">
          <ac:chgData name="皓鈞 梁" userId="93b5d0749d01a3e3" providerId="LiveId" clId="{2C74DE79-12F6-4D2B-896F-96DAA81B2EF7}" dt="2025-12-28T10:49:59.438" v="1471" actId="478"/>
          <ac:picMkLst>
            <pc:docMk/>
            <pc:sldMk cId="4265080199" sldId="262"/>
            <ac:picMk id="5" creationId="{41941AE1-2CF0-B295-880B-3AFA1CF451A5}"/>
          </ac:picMkLst>
        </pc:picChg>
        <pc:picChg chg="add mod">
          <ac:chgData name="皓鈞 梁" userId="93b5d0749d01a3e3" providerId="LiveId" clId="{2C74DE79-12F6-4D2B-896F-96DAA81B2EF7}" dt="2025-12-28T11:01:32.771" v="1511" actId="1076"/>
          <ac:picMkLst>
            <pc:docMk/>
            <pc:sldMk cId="4265080199" sldId="262"/>
            <ac:picMk id="6" creationId="{78D1DEE9-49CE-07C9-14AD-72B09E069BE0}"/>
          </ac:picMkLst>
        </pc:picChg>
        <pc:picChg chg="add del mod">
          <ac:chgData name="皓鈞 梁" userId="93b5d0749d01a3e3" providerId="LiveId" clId="{2C74DE79-12F6-4D2B-896F-96DAA81B2EF7}" dt="2025-12-28T12:29:27.123" v="1816" actId="478"/>
          <ac:picMkLst>
            <pc:docMk/>
            <pc:sldMk cId="4265080199" sldId="262"/>
            <ac:picMk id="8" creationId="{0C666806-20D8-6426-0392-C5235E1CD8CD}"/>
          </ac:picMkLst>
        </pc:picChg>
      </pc:sldChg>
      <pc:sldChg chg="addSp delSp modSp mod modNotesTx">
        <pc:chgData name="皓鈞 梁" userId="93b5d0749d01a3e3" providerId="LiveId" clId="{2C74DE79-12F6-4D2B-896F-96DAA81B2EF7}" dt="2025-12-28T13:19:10.831" v="2712" actId="20577"/>
        <pc:sldMkLst>
          <pc:docMk/>
          <pc:sldMk cId="3780955866" sldId="263"/>
        </pc:sldMkLst>
        <pc:picChg chg="del">
          <ac:chgData name="皓鈞 梁" userId="93b5d0749d01a3e3" providerId="LiveId" clId="{2C74DE79-12F6-4D2B-896F-96DAA81B2EF7}" dt="2025-12-28T10:50:00.256" v="1472" actId="478"/>
          <ac:picMkLst>
            <pc:docMk/>
            <pc:sldMk cId="3780955866" sldId="263"/>
            <ac:picMk id="5" creationId="{165CBA25-E78C-41D7-FD13-77B08BF5C85B}"/>
          </ac:picMkLst>
        </pc:picChg>
        <pc:picChg chg="add del mod">
          <ac:chgData name="皓鈞 梁" userId="93b5d0749d01a3e3" providerId="LiveId" clId="{2C74DE79-12F6-4D2B-896F-96DAA81B2EF7}" dt="2025-12-28T12:27:52.502" v="1806" actId="478"/>
          <ac:picMkLst>
            <pc:docMk/>
            <pc:sldMk cId="3780955866" sldId="263"/>
            <ac:picMk id="6" creationId="{8D3EE692-AB58-1A61-8EAD-6139085F5208}"/>
          </ac:picMkLst>
        </pc:picChg>
        <pc:picChg chg="add mod">
          <ac:chgData name="皓鈞 梁" userId="93b5d0749d01a3e3" providerId="LiveId" clId="{2C74DE79-12F6-4D2B-896F-96DAA81B2EF7}" dt="2025-12-28T12:29:54.245" v="1818" actId="14100"/>
          <ac:picMkLst>
            <pc:docMk/>
            <pc:sldMk cId="3780955866" sldId="263"/>
            <ac:picMk id="8" creationId="{36CD2290-1EB7-5F7A-73ED-C88058368AE4}"/>
          </ac:picMkLst>
        </pc:picChg>
      </pc:sldChg>
      <pc:sldChg chg="addSp delSp modSp mod modNotesTx">
        <pc:chgData name="皓鈞 梁" userId="93b5d0749d01a3e3" providerId="LiveId" clId="{2C74DE79-12F6-4D2B-896F-96DAA81B2EF7}" dt="2025-12-28T13:20:24.033" v="2767" actId="20577"/>
        <pc:sldMkLst>
          <pc:docMk/>
          <pc:sldMk cId="3262570103" sldId="264"/>
        </pc:sldMkLst>
        <pc:picChg chg="del">
          <ac:chgData name="皓鈞 梁" userId="93b5d0749d01a3e3" providerId="LiveId" clId="{2C74DE79-12F6-4D2B-896F-96DAA81B2EF7}" dt="2025-12-28T10:50:01.075" v="1473" actId="478"/>
          <ac:picMkLst>
            <pc:docMk/>
            <pc:sldMk cId="3262570103" sldId="264"/>
            <ac:picMk id="5" creationId="{28791C00-5ABB-7198-96C1-C4B9F84617EA}"/>
          </ac:picMkLst>
        </pc:picChg>
        <pc:picChg chg="add mod">
          <ac:chgData name="皓鈞 梁" userId="93b5d0749d01a3e3" providerId="LiveId" clId="{2C74DE79-12F6-4D2B-896F-96DAA81B2EF7}" dt="2025-12-28T11:01:38.499" v="1513" actId="1076"/>
          <ac:picMkLst>
            <pc:docMk/>
            <pc:sldMk cId="3262570103" sldId="264"/>
            <ac:picMk id="6" creationId="{451BE858-3860-0C12-4511-113F593368D3}"/>
          </ac:picMkLst>
        </pc:picChg>
      </pc:sldChg>
      <pc:sldChg chg="addSp delSp modSp mod modNotesTx">
        <pc:chgData name="皓鈞 梁" userId="93b5d0749d01a3e3" providerId="LiveId" clId="{2C74DE79-12F6-4D2B-896F-96DAA81B2EF7}" dt="2025-12-28T12:44:50.341" v="2007" actId="20577"/>
        <pc:sldMkLst>
          <pc:docMk/>
          <pc:sldMk cId="59360668" sldId="265"/>
        </pc:sldMkLst>
        <pc:picChg chg="del">
          <ac:chgData name="皓鈞 梁" userId="93b5d0749d01a3e3" providerId="LiveId" clId="{2C74DE79-12F6-4D2B-896F-96DAA81B2EF7}" dt="2025-12-28T10:50:01.895" v="1474" actId="478"/>
          <ac:picMkLst>
            <pc:docMk/>
            <pc:sldMk cId="59360668" sldId="265"/>
            <ac:picMk id="5" creationId="{E45B6811-154E-D2CA-E6A9-8B81BDCC702E}"/>
          </ac:picMkLst>
        </pc:picChg>
        <pc:picChg chg="add mod">
          <ac:chgData name="皓鈞 梁" userId="93b5d0749d01a3e3" providerId="LiveId" clId="{2C74DE79-12F6-4D2B-896F-96DAA81B2EF7}" dt="2025-12-28T11:01:40.884" v="1514" actId="1076"/>
          <ac:picMkLst>
            <pc:docMk/>
            <pc:sldMk cId="59360668" sldId="265"/>
            <ac:picMk id="6" creationId="{3043FC9E-6EC9-6D63-E15A-498ECF87173B}"/>
          </ac:picMkLst>
        </pc:picChg>
      </pc:sldChg>
      <pc:sldChg chg="addSp delSp modSp mod modNotesTx">
        <pc:chgData name="皓鈞 梁" userId="93b5d0749d01a3e3" providerId="LiveId" clId="{2C74DE79-12F6-4D2B-896F-96DAA81B2EF7}" dt="2025-12-28T12:59:14.730" v="2261" actId="20577"/>
        <pc:sldMkLst>
          <pc:docMk/>
          <pc:sldMk cId="3019204958" sldId="266"/>
        </pc:sldMkLst>
        <pc:picChg chg="del">
          <ac:chgData name="皓鈞 梁" userId="93b5d0749d01a3e3" providerId="LiveId" clId="{2C74DE79-12F6-4D2B-896F-96DAA81B2EF7}" dt="2025-12-28T10:50:03.299" v="1475" actId="478"/>
          <ac:picMkLst>
            <pc:docMk/>
            <pc:sldMk cId="3019204958" sldId="266"/>
            <ac:picMk id="5" creationId="{CEEED15A-BA49-BE64-30EC-ED8AB8F0A43E}"/>
          </ac:picMkLst>
        </pc:picChg>
        <pc:picChg chg="add mod">
          <ac:chgData name="皓鈞 梁" userId="93b5d0749d01a3e3" providerId="LiveId" clId="{2C74DE79-12F6-4D2B-896F-96DAA81B2EF7}" dt="2025-12-28T11:01:43.579" v="1515" actId="1076"/>
          <ac:picMkLst>
            <pc:docMk/>
            <pc:sldMk cId="3019204958" sldId="266"/>
            <ac:picMk id="6" creationId="{D8E99D1E-57CE-7146-CB1E-A36792431AC6}"/>
          </ac:picMkLst>
        </pc:picChg>
      </pc:sldChg>
      <pc:sldChg chg="addSp delSp modSp new mod modNotesTx">
        <pc:chgData name="皓鈞 梁" userId="93b5d0749d01a3e3" providerId="LiveId" clId="{2C74DE79-12F6-4D2B-896F-96DAA81B2EF7}" dt="2025-12-28T12:59:20.005" v="2262" actId="20577"/>
        <pc:sldMkLst>
          <pc:docMk/>
          <pc:sldMk cId="1951169670" sldId="267"/>
        </pc:sldMkLst>
        <pc:spChg chg="del">
          <ac:chgData name="皓鈞 梁" userId="93b5d0749d01a3e3" providerId="LiveId" clId="{2C74DE79-12F6-4D2B-896F-96DAA81B2EF7}" dt="2025-12-28T10:50:59.441" v="1488"/>
          <ac:spMkLst>
            <pc:docMk/>
            <pc:sldMk cId="1951169670" sldId="267"/>
            <ac:spMk id="3" creationId="{3C81F47E-C52B-A299-D242-140E07B65C2E}"/>
          </ac:spMkLst>
        </pc:spChg>
        <pc:picChg chg="add mod">
          <ac:chgData name="皓鈞 梁" userId="93b5d0749d01a3e3" providerId="LiveId" clId="{2C74DE79-12F6-4D2B-896F-96DAA81B2EF7}" dt="2025-12-28T11:01:45.970" v="1516" actId="1076"/>
          <ac:picMkLst>
            <pc:docMk/>
            <pc:sldMk cId="1951169670" sldId="267"/>
            <ac:picMk id="5" creationId="{DCF3ACE3-454A-95C5-1D5B-CF8FBBEDB058}"/>
          </ac:picMkLst>
        </pc:picChg>
      </pc:sldChg>
      <pc:sldChg chg="addSp delSp modSp add mod modNotesTx">
        <pc:chgData name="皓鈞 梁" userId="93b5d0749d01a3e3" providerId="LiveId" clId="{2C74DE79-12F6-4D2B-896F-96DAA81B2EF7}" dt="2025-12-28T13:21:19.155" v="2898" actId="20577"/>
        <pc:sldMkLst>
          <pc:docMk/>
          <pc:sldMk cId="1517642529" sldId="268"/>
        </pc:sldMkLst>
        <pc:spChg chg="add mod">
          <ac:chgData name="皓鈞 梁" userId="93b5d0749d01a3e3" providerId="LiveId" clId="{2C74DE79-12F6-4D2B-896F-96DAA81B2EF7}" dt="2025-12-28T11:46:01.693" v="1628" actId="1076"/>
          <ac:spMkLst>
            <pc:docMk/>
            <pc:sldMk cId="1517642529" sldId="268"/>
            <ac:spMk id="4" creationId="{71EA43C2-7BC1-4F59-782B-CFE2D430E1C4}"/>
          </ac:spMkLst>
        </pc:spChg>
        <pc:spChg chg="add mod">
          <ac:chgData name="皓鈞 梁" userId="93b5d0749d01a3e3" providerId="LiveId" clId="{2C74DE79-12F6-4D2B-896F-96DAA81B2EF7}" dt="2025-12-28T11:46:08.245" v="1630" actId="14100"/>
          <ac:spMkLst>
            <pc:docMk/>
            <pc:sldMk cId="1517642529" sldId="268"/>
            <ac:spMk id="11" creationId="{CDAC90B2-9ACB-EF00-7317-0339B7707E97}"/>
          </ac:spMkLst>
        </pc:spChg>
        <pc:picChg chg="add mod modCrop">
          <ac:chgData name="皓鈞 梁" userId="93b5d0749d01a3e3" providerId="LiveId" clId="{2C74DE79-12F6-4D2B-896F-96DAA81B2EF7}" dt="2025-12-28T11:45:39.681" v="1618" actId="408"/>
          <ac:picMkLst>
            <pc:docMk/>
            <pc:sldMk cId="1517642529" sldId="268"/>
            <ac:picMk id="7" creationId="{BC0DFA57-DE4A-9D3A-2C6D-17598869386B}"/>
          </ac:picMkLst>
        </pc:picChg>
        <pc:cxnChg chg="add del">
          <ac:chgData name="皓鈞 梁" userId="93b5d0749d01a3e3" providerId="LiveId" clId="{2C74DE79-12F6-4D2B-896F-96DAA81B2EF7}" dt="2025-12-28T11:45:42.769" v="1620" actId="478"/>
          <ac:cxnSpMkLst>
            <pc:docMk/>
            <pc:sldMk cId="1517642529" sldId="268"/>
            <ac:cxnSpMk id="9" creationId="{213289F4-3E8C-71A0-C78A-C930B71381E1}"/>
          </ac:cxnSpMkLst>
        </pc:cxnChg>
        <pc:cxnChg chg="add del mod">
          <ac:chgData name="皓鈞 梁" userId="93b5d0749d01a3e3" providerId="LiveId" clId="{2C74DE79-12F6-4D2B-896F-96DAA81B2EF7}" dt="2025-12-28T11:45:41.479" v="1619" actId="478"/>
          <ac:cxnSpMkLst>
            <pc:docMk/>
            <pc:sldMk cId="1517642529" sldId="268"/>
            <ac:cxnSpMk id="10" creationId="{B77A65BE-16F6-93E5-D32C-25A181D8560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DE35D-9CB0-4878-A1F8-0162FAD28C69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CC726-4C73-4BEE-BE2D-BCD2FBA6FD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42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教授、助教們好。我是第十四組梁皓鈞，今天要介紹針對 </a:t>
            </a:r>
            <a:r>
              <a:rPr lang="en-US" altLang="zh-TW" dirty="0" err="1"/>
              <a:t>NeurIPS</a:t>
            </a:r>
            <a:r>
              <a:rPr lang="en-US" altLang="zh-TW" dirty="0"/>
              <a:t> 2025 Weak Lensing Uncertainty Challenge</a:t>
            </a:r>
            <a:r>
              <a:rPr lang="zh-TW" altLang="en-US" dirty="0"/>
              <a:t>，所提出的 </a:t>
            </a:r>
            <a:r>
              <a:rPr lang="en-US" altLang="zh-TW" dirty="0"/>
              <a:t>HDC-CNN</a:t>
            </a:r>
            <a:r>
              <a:rPr lang="zh-TW" altLang="en-US" dirty="0"/>
              <a:t>，這項競賽的核心在於推論宇宙學參數的同時，還需量化點估計的不確定性。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234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u="sng" dirty="0">
                <a:solidFill>
                  <a:srgbClr val="FF0000"/>
                </a:solidFill>
              </a:rPr>
              <a:t>[Mission]</a:t>
            </a:r>
            <a:r>
              <a:rPr lang="zh-TW" altLang="en-US" b="1" u="sng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這場競賽需從代表宇宙質量分佈、大小為 </a:t>
            </a:r>
            <a:r>
              <a:rPr lang="en-US" altLang="zh-TW" dirty="0"/>
              <a:t>1424 </a:t>
            </a:r>
            <a:r>
              <a:rPr lang="zh-TW" altLang="en-US" dirty="0"/>
              <a:t>乘 </a:t>
            </a:r>
            <a:r>
              <a:rPr lang="en-US" altLang="zh-TW" dirty="0"/>
              <a:t>176 </a:t>
            </a:r>
            <a:r>
              <a:rPr lang="zh-TW" altLang="en-US" dirty="0"/>
              <a:t>的長條狀 </a:t>
            </a:r>
            <a:r>
              <a:rPr lang="en-US" altLang="zh-TW" dirty="0"/>
              <a:t>kappa-maps</a:t>
            </a:r>
            <a:r>
              <a:rPr lang="zh-TW" altLang="en-US" dirty="0"/>
              <a:t>，總資料數為 </a:t>
            </a:r>
            <a:r>
              <a:rPr lang="en-US" altLang="zh-TW" dirty="0"/>
              <a:t>101 </a:t>
            </a:r>
            <a:r>
              <a:rPr lang="zh-TW" altLang="en-US" dirty="0"/>
              <a:t>個 </a:t>
            </a:r>
            <a:r>
              <a:rPr lang="en-US" altLang="zh-TW" dirty="0"/>
              <a:t>Cosmologies </a:t>
            </a:r>
            <a:r>
              <a:rPr lang="zh-TW" altLang="en-US" dirty="0"/>
              <a:t>乘上 </a:t>
            </a:r>
            <a:r>
              <a:rPr lang="en-US" altLang="zh-TW" dirty="0"/>
              <a:t>256</a:t>
            </a:r>
            <a:r>
              <a:rPr lang="zh-TW" altLang="en-US" dirty="0"/>
              <a:t> 種 </a:t>
            </a:r>
            <a:r>
              <a:rPr lang="en-US" altLang="zh-TW" dirty="0"/>
              <a:t>Systematic Realizations</a:t>
            </a:r>
            <a:r>
              <a:rPr lang="zh-TW" altLang="en-US" dirty="0"/>
              <a:t>，預測兩個宇宙學參數：</a:t>
            </a:r>
            <a:r>
              <a:rPr lang="en-US" altLang="zh-TW" dirty="0"/>
              <a:t>Omega-m </a:t>
            </a:r>
            <a:r>
              <a:rPr lang="zh-TW" altLang="en-US" dirty="0"/>
              <a:t>和 </a:t>
            </a:r>
            <a:r>
              <a:rPr lang="en-US" altLang="zh-TW" dirty="0"/>
              <a:t>sigma-8</a:t>
            </a:r>
            <a:r>
              <a:rPr lang="zh-TW" altLang="en-US" dirty="0"/>
              <a:t>。 </a:t>
            </a:r>
            <a:r>
              <a:rPr lang="en-US" altLang="zh-TW" b="1" u="sng" dirty="0"/>
              <a:t>[Challenge]</a:t>
            </a:r>
            <a:r>
              <a:rPr lang="zh-TW" altLang="en-US" b="1" u="sng" dirty="0"/>
              <a:t> </a:t>
            </a:r>
            <a:r>
              <a:rPr lang="zh-TW" altLang="en-US" dirty="0"/>
              <a:t>主要的挑戰有兩點：第一，來自星系觀測的數據具有很高的 </a:t>
            </a:r>
            <a:r>
              <a:rPr lang="en-US" altLang="zh-TW" dirty="0"/>
              <a:t>noise level</a:t>
            </a:r>
            <a:r>
              <a:rPr lang="zh-TW" altLang="en-US" dirty="0"/>
              <a:t>；第二，除了單點預測外，還須提供可靠的 </a:t>
            </a:r>
            <a:r>
              <a:rPr lang="en-US" altLang="zh-TW" dirty="0"/>
              <a:t>confidence intervals</a:t>
            </a:r>
            <a:r>
              <a:rPr lang="zh-TW" altLang="en-US" dirty="0"/>
              <a:t>。 </a:t>
            </a:r>
            <a:r>
              <a:rPr lang="en-US" altLang="zh-TW" b="1" i="0" u="sng" dirty="0"/>
              <a:t>[Solution]</a:t>
            </a:r>
            <a:r>
              <a:rPr lang="zh-TW" altLang="en-US" b="1" i="0" u="sng" dirty="0"/>
              <a:t> </a:t>
            </a:r>
            <a:r>
              <a:rPr lang="zh-TW" altLang="en-US" dirty="0"/>
              <a:t>我的 </a:t>
            </a:r>
            <a:r>
              <a:rPr lang="en-US" altLang="zh-TW" dirty="0"/>
              <a:t>solution </a:t>
            </a:r>
            <a:r>
              <a:rPr lang="zh-TW" altLang="en-US" dirty="0"/>
              <a:t>是一個 </a:t>
            </a:r>
            <a:r>
              <a:rPr lang="en-US" altLang="zh-TW" dirty="0"/>
              <a:t>dual-head CNN</a:t>
            </a:r>
            <a:r>
              <a:rPr lang="zh-TW" altLang="en-US" dirty="0"/>
              <a:t>。其中一個 </a:t>
            </a:r>
            <a:r>
              <a:rPr lang="en-US" altLang="zh-TW" dirty="0"/>
              <a:t>head </a:t>
            </a:r>
            <a:r>
              <a:rPr lang="zh-TW" altLang="en-US" dirty="0"/>
              <a:t>負責預測這兩個 </a:t>
            </a:r>
            <a:r>
              <a:rPr lang="en-US" altLang="zh-TW" dirty="0"/>
              <a:t>mean values</a:t>
            </a:r>
            <a:r>
              <a:rPr lang="zh-TW" altLang="en-US" dirty="0"/>
              <a:t>，另一個 </a:t>
            </a:r>
            <a:r>
              <a:rPr lang="en-US" altLang="zh-TW" dirty="0"/>
              <a:t>head </a:t>
            </a:r>
            <a:r>
              <a:rPr lang="zh-TW" altLang="en-US" dirty="0"/>
              <a:t>則輸出三個 </a:t>
            </a:r>
            <a:r>
              <a:rPr lang="en-US" altLang="zh-TW" dirty="0"/>
              <a:t>Cholesky parameters</a:t>
            </a:r>
            <a:r>
              <a:rPr lang="zh-TW" altLang="en-US" dirty="0"/>
              <a:t>，用來構成一個 </a:t>
            </a:r>
            <a:r>
              <a:rPr lang="en-US" altLang="zh-TW" dirty="0"/>
              <a:t>2-by-2 </a:t>
            </a:r>
            <a:r>
              <a:rPr lang="zh-TW" altLang="en-US" dirty="0"/>
              <a:t>的 </a:t>
            </a:r>
            <a:r>
              <a:rPr lang="en-US" altLang="zh-TW" dirty="0"/>
              <a:t>covariance matrix</a:t>
            </a:r>
            <a:r>
              <a:rPr lang="zh-TW" altLang="en-US" dirty="0"/>
              <a:t>，如右方程式碼片段所示。 這讓我們可以得到一個完整的 </a:t>
            </a:r>
            <a:r>
              <a:rPr lang="en-US" altLang="zh-TW" dirty="0"/>
              <a:t>multivariate Gaussian predictive distribution</a:t>
            </a:r>
            <a:r>
              <a:rPr lang="zh-TW" altLang="en-US" dirty="0"/>
              <a:t>。</a:t>
            </a:r>
            <a:r>
              <a:rPr lang="en-US" altLang="zh-TW" b="1" i="0" u="sng" dirty="0"/>
              <a:t>[Baseline]</a:t>
            </a:r>
            <a:r>
              <a:rPr lang="zh-TW" altLang="en-US" b="1" i="0" u="sng" dirty="0"/>
              <a:t> </a:t>
            </a:r>
            <a:r>
              <a:rPr lang="zh-TW" altLang="en-US" dirty="0"/>
              <a:t>作為參考，比賽官方提供的 </a:t>
            </a:r>
            <a:r>
              <a:rPr lang="en-US" altLang="zh-TW" dirty="0"/>
              <a:t>baseline </a:t>
            </a:r>
            <a:r>
              <a:rPr lang="en-US" altLang="zh-TW" dirty="0" err="1"/>
              <a:t>startkit</a:t>
            </a:r>
            <a:r>
              <a:rPr lang="en-US" altLang="zh-TW" dirty="0"/>
              <a:t> </a:t>
            </a:r>
            <a:r>
              <a:rPr lang="zh-TW" altLang="en-US" dirty="0"/>
              <a:t>分數是 </a:t>
            </a:r>
            <a:r>
              <a:rPr lang="en-US" altLang="zh-TW" dirty="0"/>
              <a:t>8.70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002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i="0" u="sng" dirty="0"/>
              <a:t>[On-the-fly]</a:t>
            </a:r>
            <a:r>
              <a:rPr lang="zh-TW" altLang="en-US" b="1" i="0" u="sng" dirty="0"/>
              <a:t> </a:t>
            </a:r>
            <a:r>
              <a:rPr lang="zh-TW" altLang="en-US" dirty="0"/>
              <a:t>在資料處理方面，我們使用 </a:t>
            </a:r>
            <a:r>
              <a:rPr lang="en-US" altLang="zh-TW" dirty="0"/>
              <a:t>on-the-fly noise injection</a:t>
            </a:r>
            <a:r>
              <a:rPr lang="zh-TW" altLang="en-US" dirty="0"/>
              <a:t>。在 </a:t>
            </a:r>
            <a:r>
              <a:rPr lang="en-US" altLang="zh-TW" dirty="0"/>
              <a:t>Training </a:t>
            </a:r>
            <a:r>
              <a:rPr lang="zh-TW" altLang="en-US" dirty="0"/>
              <a:t>過程中，我加入了 </a:t>
            </a:r>
            <a:r>
              <a:rPr lang="en-US" altLang="zh-TW" dirty="0"/>
              <a:t>Gaussian noise </a:t>
            </a:r>
            <a:r>
              <a:rPr lang="zh-TW" altLang="en-US" dirty="0"/>
              <a:t>來模擬真實的觀測條件，這能夠防止模型 </a:t>
            </a:r>
            <a:r>
              <a:rPr lang="en-US" altLang="zh-TW" dirty="0"/>
              <a:t>overfitting </a:t>
            </a:r>
            <a:r>
              <a:rPr lang="zh-TW" altLang="en-US" dirty="0"/>
              <a:t>到特定的 </a:t>
            </a:r>
            <a:r>
              <a:rPr lang="en-US" altLang="zh-TW" dirty="0"/>
              <a:t>noise realizations</a:t>
            </a:r>
            <a:r>
              <a:rPr lang="zh-TW" altLang="en-US" dirty="0"/>
              <a:t>。</a:t>
            </a:r>
            <a:r>
              <a:rPr lang="en-US" altLang="zh-TW" b="1" i="0" u="sng" dirty="0"/>
              <a:t>[Noise]</a:t>
            </a:r>
            <a:r>
              <a:rPr lang="zh-TW" altLang="en-US" dirty="0"/>
              <a:t> </a:t>
            </a:r>
            <a:r>
              <a:rPr lang="en-US" altLang="zh-TW" dirty="0"/>
              <a:t>Noise </a:t>
            </a:r>
            <a:r>
              <a:rPr lang="zh-TW" altLang="en-US" dirty="0"/>
              <a:t>的 </a:t>
            </a:r>
            <a:r>
              <a:rPr lang="en-US" altLang="zh-TW" dirty="0"/>
              <a:t>standard deviation </a:t>
            </a:r>
            <a:r>
              <a:rPr lang="zh-TW" altLang="en-US" dirty="0"/>
              <a:t>遵循這個公式：</a:t>
            </a:r>
            <a:r>
              <a:rPr lang="en-US" altLang="zh-TW" dirty="0"/>
              <a:t>sigma </a:t>
            </a:r>
            <a:r>
              <a:rPr lang="zh-TW" altLang="en-US" dirty="0"/>
              <a:t>等於 </a:t>
            </a:r>
            <a:r>
              <a:rPr lang="en-US" altLang="zh-TW" dirty="0"/>
              <a:t>shape noise </a:t>
            </a:r>
            <a:r>
              <a:rPr lang="zh-TW" altLang="en-US" dirty="0"/>
              <a:t>除以根號下的（</a:t>
            </a:r>
            <a:r>
              <a:rPr lang="en-US" altLang="zh-TW" dirty="0"/>
              <a:t>2 </a:t>
            </a:r>
            <a:r>
              <a:rPr lang="zh-TW" altLang="en-US" dirty="0"/>
              <a:t>乘以 </a:t>
            </a:r>
            <a:r>
              <a:rPr lang="en-US" altLang="zh-TW" dirty="0"/>
              <a:t>galaxy density </a:t>
            </a:r>
            <a:r>
              <a:rPr lang="zh-TW" altLang="en-US" dirty="0"/>
              <a:t>乘以 </a:t>
            </a:r>
            <a:r>
              <a:rPr lang="en-US" altLang="zh-TW" dirty="0"/>
              <a:t>pixel area</a:t>
            </a:r>
            <a:r>
              <a:rPr lang="zh-TW" altLang="en-US" dirty="0"/>
              <a:t>），並採用和巡天參數相符的設定。 </a:t>
            </a:r>
            <a:r>
              <a:rPr lang="en-US" altLang="zh-TW" b="1" i="0" u="sng" dirty="0"/>
              <a:t>[Systematics-aware]</a:t>
            </a:r>
            <a:r>
              <a:rPr lang="zh-TW" altLang="en-US" b="1" i="0" u="sng" dirty="0"/>
              <a:t> </a:t>
            </a:r>
            <a:r>
              <a:rPr lang="zh-TW" altLang="en-US" dirty="0"/>
              <a:t>而在驗證方面，我們採用 </a:t>
            </a:r>
            <a:r>
              <a:rPr lang="en-US" altLang="zh-TW" dirty="0"/>
              <a:t>systematics-aware K-fold cross-validation</a:t>
            </a:r>
            <a:r>
              <a:rPr lang="zh-TW" altLang="en-US" dirty="0"/>
              <a:t>。這裡的關鍵是沿著 </a:t>
            </a:r>
            <a:r>
              <a:rPr lang="en-US" altLang="zh-TW" dirty="0"/>
              <a:t>systematics axis </a:t>
            </a:r>
            <a:r>
              <a:rPr lang="zh-TW" altLang="en-US" dirty="0"/>
              <a:t>進行切分，這意味著所有 </a:t>
            </a:r>
            <a:r>
              <a:rPr lang="en-US" altLang="zh-TW" dirty="0"/>
              <a:t>101 </a:t>
            </a:r>
            <a:r>
              <a:rPr lang="zh-TW" altLang="en-US" dirty="0"/>
              <a:t>種 </a:t>
            </a:r>
            <a:r>
              <a:rPr lang="en-US" altLang="zh-TW" dirty="0"/>
              <a:t>cosmologies </a:t>
            </a:r>
            <a:r>
              <a:rPr lang="zh-TW" altLang="en-US" dirty="0"/>
              <a:t>都會同時出現在 </a:t>
            </a:r>
            <a:r>
              <a:rPr lang="en-US" altLang="zh-TW" dirty="0"/>
              <a:t>training </a:t>
            </a:r>
            <a:r>
              <a:rPr lang="zh-TW" altLang="en-US" dirty="0"/>
              <a:t>和 </a:t>
            </a:r>
            <a:r>
              <a:rPr lang="en-US" altLang="zh-TW" dirty="0"/>
              <a:t>validation sets </a:t>
            </a:r>
            <a:r>
              <a:rPr lang="zh-TW" altLang="en-US" dirty="0"/>
              <a:t>中，但對應的是 </a:t>
            </a:r>
            <a:r>
              <a:rPr lang="en-US" altLang="zh-TW" dirty="0"/>
              <a:t>256</a:t>
            </a:r>
            <a:r>
              <a:rPr lang="zh-TW" altLang="en-US" dirty="0"/>
              <a:t> 種不同的 </a:t>
            </a:r>
            <a:r>
              <a:rPr lang="en-US" altLang="zh-TW" dirty="0"/>
              <a:t>systematic conditions</a:t>
            </a:r>
            <a:r>
              <a:rPr lang="zh-TW" altLang="en-US" dirty="0"/>
              <a:t>。</a:t>
            </a:r>
            <a:r>
              <a:rPr lang="en-US" altLang="zh-TW" b="1" i="0" u="sng" dirty="0"/>
              <a:t>[Configuration]</a:t>
            </a:r>
            <a:r>
              <a:rPr lang="zh-TW" altLang="en-US" dirty="0"/>
              <a:t> 我們執行了 </a:t>
            </a:r>
            <a:r>
              <a:rPr lang="en-US" altLang="zh-TW" dirty="0"/>
              <a:t>4 </a:t>
            </a:r>
            <a:r>
              <a:rPr lang="zh-TW" altLang="en-US" dirty="0"/>
              <a:t>個 </a:t>
            </a:r>
            <a:r>
              <a:rPr lang="en-US" altLang="zh-TW" dirty="0"/>
              <a:t>folds </a:t>
            </a:r>
            <a:r>
              <a:rPr lang="zh-TW" altLang="en-US" dirty="0"/>
              <a:t>並重複 </a:t>
            </a:r>
            <a:r>
              <a:rPr lang="en-US" altLang="zh-TW" dirty="0"/>
              <a:t>2 </a:t>
            </a:r>
            <a:r>
              <a:rPr lang="zh-TW" altLang="en-US" dirty="0"/>
              <a:t>次，總共產生 </a:t>
            </a:r>
            <a:r>
              <a:rPr lang="en-US" altLang="zh-TW" dirty="0"/>
              <a:t>8 </a:t>
            </a:r>
            <a:r>
              <a:rPr lang="zh-TW" altLang="en-US" dirty="0"/>
              <a:t>個 </a:t>
            </a:r>
            <a:r>
              <a:rPr lang="en-US" altLang="zh-TW" dirty="0"/>
              <a:t>models</a:t>
            </a:r>
            <a:r>
              <a:rPr lang="zh-TW" altLang="en-US" dirty="0"/>
              <a:t>，這對於後續的 </a:t>
            </a:r>
            <a:r>
              <a:rPr lang="en-US" altLang="zh-TW" dirty="0"/>
              <a:t>ensemble </a:t>
            </a:r>
            <a:r>
              <a:rPr lang="zh-TW" altLang="en-US" dirty="0"/>
              <a:t>而言相當重要。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9989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關於 </a:t>
            </a:r>
            <a:r>
              <a:rPr lang="en-US" altLang="zh-TW" dirty="0"/>
              <a:t>Architecture</a:t>
            </a:r>
            <a:r>
              <a:rPr lang="zh-TW" altLang="en-US" dirty="0"/>
              <a:t>，容我先講解 </a:t>
            </a:r>
            <a:r>
              <a:rPr lang="en-US" altLang="zh-TW" dirty="0"/>
              <a:t>High Level </a:t>
            </a:r>
            <a:r>
              <a:rPr lang="zh-TW" altLang="en-US" dirty="0"/>
              <a:t>的 </a:t>
            </a:r>
            <a:r>
              <a:rPr lang="en-US" altLang="zh-TW" dirty="0"/>
              <a:t>Overview</a:t>
            </a:r>
            <a:r>
              <a:rPr lang="zh-TW" altLang="en-US" dirty="0"/>
              <a:t>。首先，模型可分為幾個階段來處理輸入 </a:t>
            </a:r>
            <a:r>
              <a:rPr lang="en-US" altLang="zh-TW" dirty="0"/>
              <a:t>Network </a:t>
            </a:r>
            <a:r>
              <a:rPr lang="zh-TW" altLang="en-US" dirty="0"/>
              <a:t>的 </a:t>
            </a:r>
            <a:r>
              <a:rPr lang="en-US" altLang="zh-TW" dirty="0"/>
              <a:t>kappa-map</a:t>
            </a:r>
            <a:r>
              <a:rPr lang="zh-TW" altLang="en-US" dirty="0"/>
              <a:t>。</a:t>
            </a:r>
            <a:r>
              <a:rPr lang="en-US" altLang="zh-TW" b="1" i="0" u="sng" dirty="0"/>
              <a:t>[</a:t>
            </a:r>
            <a:r>
              <a:rPr lang="zh-TW" altLang="en-US" b="1" i="0" u="sng" dirty="0"/>
              <a:t>圖</a:t>
            </a:r>
            <a:r>
              <a:rPr lang="en-US" altLang="zh-TW" b="1" i="0" u="sng" dirty="0"/>
              <a:t>Stem]</a:t>
            </a:r>
            <a:r>
              <a:rPr lang="zh-TW" altLang="en-US" b="1" i="0" u="sng" dirty="0"/>
              <a:t> </a:t>
            </a:r>
            <a:r>
              <a:rPr lang="zh-TW" altLang="en-US" dirty="0"/>
              <a:t> 一開始，</a:t>
            </a:r>
            <a:r>
              <a:rPr lang="en-US" altLang="zh-TW" dirty="0"/>
              <a:t>stem layer </a:t>
            </a:r>
            <a:r>
              <a:rPr lang="zh-TW" altLang="en-US" dirty="0"/>
              <a:t>會先將通道擴充到 </a:t>
            </a:r>
            <a:r>
              <a:rPr lang="en-US" altLang="zh-TW" dirty="0"/>
              <a:t>32</a:t>
            </a:r>
            <a:r>
              <a:rPr lang="zh-TW" altLang="en-US" dirty="0"/>
              <a:t>。</a:t>
            </a:r>
            <a:r>
              <a:rPr lang="en-US" altLang="zh-TW" b="1" i="0" u="sng" dirty="0"/>
              <a:t>[</a:t>
            </a:r>
            <a:r>
              <a:rPr lang="en-US" altLang="zh-TW" b="1" i="0" u="sng" dirty="0" err="1"/>
              <a:t>CoordConv</a:t>
            </a:r>
            <a:r>
              <a:rPr lang="en-US" altLang="zh-TW" b="1" i="0" u="sng" dirty="0"/>
              <a:t>]</a:t>
            </a:r>
            <a:r>
              <a:rPr lang="zh-TW" altLang="en-US" b="1" i="0" u="sng" dirty="0"/>
              <a:t> </a:t>
            </a:r>
            <a:r>
              <a:rPr lang="zh-TW" altLang="en-US" dirty="0"/>
              <a:t>接著 </a:t>
            </a:r>
            <a:r>
              <a:rPr lang="en-US" altLang="zh-TW" dirty="0" err="1"/>
              <a:t>CoordConv</a:t>
            </a:r>
            <a:r>
              <a:rPr lang="en-US" altLang="zh-TW" dirty="0"/>
              <a:t> </a:t>
            </a:r>
            <a:r>
              <a:rPr lang="zh-TW" altLang="en-US" dirty="0"/>
              <a:t>會在 </a:t>
            </a:r>
            <a:r>
              <a:rPr lang="en-US" altLang="zh-TW" dirty="0"/>
              <a:t>feature map </a:t>
            </a:r>
            <a:r>
              <a:rPr lang="zh-TW" altLang="en-US" dirty="0"/>
              <a:t>的通道上 </a:t>
            </a:r>
            <a:r>
              <a:rPr lang="en-US" altLang="zh-TW" dirty="0"/>
              <a:t>append </a:t>
            </a:r>
            <a:r>
              <a:rPr lang="en-US" altLang="zh-TW" dirty="0" err="1"/>
              <a:t>xy</a:t>
            </a:r>
            <a:r>
              <a:rPr lang="en-US" altLang="zh-TW" dirty="0"/>
              <a:t> </a:t>
            </a:r>
            <a:r>
              <a:rPr lang="zh-TW" altLang="en-US" dirty="0"/>
              <a:t>座標，範圍 </a:t>
            </a:r>
            <a:r>
              <a:rPr lang="en-US" altLang="zh-TW" dirty="0"/>
              <a:t>normalized </a:t>
            </a:r>
            <a:r>
              <a:rPr lang="zh-TW" altLang="en-US" dirty="0"/>
              <a:t>到 </a:t>
            </a:r>
            <a:r>
              <a:rPr lang="en-US" altLang="zh-TW" dirty="0"/>
              <a:t>-1 </a:t>
            </a:r>
            <a:r>
              <a:rPr lang="zh-TW" altLang="en-US" dirty="0"/>
              <a:t>跟 </a:t>
            </a:r>
            <a:r>
              <a:rPr lang="en-US" altLang="zh-TW" dirty="0"/>
              <a:t>1 </a:t>
            </a:r>
            <a:r>
              <a:rPr lang="zh-TW" altLang="en-US" dirty="0"/>
              <a:t>之間，這賦予了網路對於 </a:t>
            </a:r>
            <a:r>
              <a:rPr lang="en-US" altLang="zh-TW" dirty="0"/>
              <a:t>weak lensing maps </a:t>
            </a:r>
            <a:r>
              <a:rPr lang="zh-TW" altLang="en-US" dirty="0"/>
              <a:t>來說非常重要的空間特徵。 </a:t>
            </a:r>
            <a:r>
              <a:rPr lang="en-US" altLang="zh-TW" b="1" i="0" u="sng" dirty="0"/>
              <a:t>[</a:t>
            </a:r>
            <a:r>
              <a:rPr lang="zh-TW" altLang="en-US" b="1" i="0" u="sng" dirty="0"/>
              <a:t>圖</a:t>
            </a:r>
            <a:r>
              <a:rPr lang="en-US" altLang="zh-TW" b="1" i="0" u="sng" dirty="0"/>
              <a:t>Stage B]</a:t>
            </a:r>
            <a:r>
              <a:rPr lang="zh-TW" altLang="en-US" b="1" i="0" u="sng" dirty="0"/>
              <a:t> </a:t>
            </a:r>
            <a:r>
              <a:rPr lang="en-US" altLang="zh-TW" dirty="0"/>
              <a:t>Backbone </a:t>
            </a:r>
            <a:r>
              <a:rPr lang="zh-TW" altLang="en-US" dirty="0"/>
              <a:t>則分為三個階段：</a:t>
            </a:r>
            <a:r>
              <a:rPr lang="en-US" altLang="zh-TW" dirty="0"/>
              <a:t>Stage A</a:t>
            </a:r>
            <a:r>
              <a:rPr lang="zh-TW" altLang="en-US" dirty="0"/>
              <a:t>、</a:t>
            </a:r>
            <a:r>
              <a:rPr lang="en-US" altLang="zh-TW" dirty="0"/>
              <a:t>B </a:t>
            </a:r>
            <a:r>
              <a:rPr lang="zh-TW" altLang="en-US" dirty="0"/>
              <a:t>和 </a:t>
            </a:r>
            <a:r>
              <a:rPr lang="en-US" altLang="zh-TW" dirty="0"/>
              <a:t>C</a:t>
            </a:r>
            <a:r>
              <a:rPr lang="zh-TW" altLang="en-US" dirty="0"/>
              <a:t>，分別是 </a:t>
            </a:r>
            <a:r>
              <a:rPr lang="en-US" altLang="zh-TW" dirty="0"/>
              <a:t>48</a:t>
            </a:r>
            <a:r>
              <a:rPr lang="zh-TW" altLang="en-US" dirty="0"/>
              <a:t>、</a:t>
            </a:r>
            <a:r>
              <a:rPr lang="en-US" altLang="zh-TW" dirty="0"/>
              <a:t>96 </a:t>
            </a:r>
            <a:r>
              <a:rPr lang="zh-TW" altLang="en-US" dirty="0"/>
              <a:t>和 </a:t>
            </a:r>
            <a:r>
              <a:rPr lang="en-US" altLang="zh-TW" dirty="0"/>
              <a:t>96 channels</a:t>
            </a:r>
            <a:r>
              <a:rPr lang="zh-TW" altLang="en-US" dirty="0"/>
              <a:t>。</a:t>
            </a:r>
            <a:r>
              <a:rPr lang="en-US" altLang="zh-TW" b="1" i="0" u="sng" dirty="0"/>
              <a:t>[3-Stage Backbone]</a:t>
            </a:r>
            <a:r>
              <a:rPr lang="zh-TW" altLang="en-US" b="1" i="0" u="sng" dirty="0"/>
              <a:t> </a:t>
            </a:r>
            <a:r>
              <a:rPr lang="zh-TW" altLang="en-US" dirty="0"/>
              <a:t>每個 </a:t>
            </a:r>
            <a:r>
              <a:rPr lang="en-US" altLang="zh-TW" dirty="0"/>
              <a:t>Stage </a:t>
            </a:r>
            <a:r>
              <a:rPr lang="zh-TW" altLang="en-US" dirty="0"/>
              <a:t>中的 </a:t>
            </a:r>
            <a:r>
              <a:rPr lang="en-US" altLang="zh-TW" dirty="0" err="1"/>
              <a:t>BlurPooling</a:t>
            </a:r>
            <a:r>
              <a:rPr lang="en-US" altLang="zh-TW" dirty="0"/>
              <a:t> </a:t>
            </a:r>
            <a:r>
              <a:rPr lang="zh-TW" altLang="en-US" dirty="0"/>
              <a:t>使用 </a:t>
            </a:r>
            <a:r>
              <a:rPr lang="en-US" altLang="zh-TW" dirty="0"/>
              <a:t>[1,4,6,4,1] </a:t>
            </a:r>
            <a:r>
              <a:rPr lang="zh-TW" altLang="en-US" dirty="0"/>
              <a:t>的 </a:t>
            </a:r>
            <a:r>
              <a:rPr lang="en-US" altLang="zh-TW" dirty="0"/>
              <a:t>binomial filter</a:t>
            </a:r>
            <a:r>
              <a:rPr lang="zh-TW" altLang="en-US" dirty="0"/>
              <a:t>，搭配水平方向的 </a:t>
            </a:r>
            <a:r>
              <a:rPr lang="en-US" altLang="zh-TW" dirty="0"/>
              <a:t>stride-2 </a:t>
            </a:r>
            <a:r>
              <a:rPr lang="zh-TW" altLang="en-US" dirty="0"/>
              <a:t>進行 </a:t>
            </a:r>
            <a:r>
              <a:rPr lang="en-US" altLang="zh-TW" dirty="0"/>
              <a:t>anti-aliased </a:t>
            </a:r>
            <a:r>
              <a:rPr lang="en-US" altLang="zh-TW" dirty="0" err="1"/>
              <a:t>downsample</a:t>
            </a:r>
            <a:r>
              <a:rPr lang="zh-TW" altLang="en-US" dirty="0"/>
              <a:t>。 </a:t>
            </a:r>
            <a:r>
              <a:rPr lang="en-US" altLang="zh-TW" b="1" i="0" u="sng" dirty="0"/>
              <a:t>[</a:t>
            </a:r>
            <a:r>
              <a:rPr lang="zh-TW" altLang="en-US" b="1" i="0" u="sng" dirty="0"/>
              <a:t>圖</a:t>
            </a:r>
            <a:r>
              <a:rPr lang="en-US" altLang="zh-TW" b="1" i="0" u="sng" dirty="0"/>
              <a:t>LK]</a:t>
            </a:r>
            <a:r>
              <a:rPr lang="zh-TW" altLang="en-US" b="1" i="0" u="sng" dirty="0"/>
              <a:t> </a:t>
            </a:r>
            <a:r>
              <a:rPr lang="zh-TW" altLang="en-US" dirty="0"/>
              <a:t>在 </a:t>
            </a:r>
            <a:r>
              <a:rPr lang="en-US" altLang="zh-TW" dirty="0"/>
              <a:t>Backbone </a:t>
            </a:r>
            <a:r>
              <a:rPr lang="zh-TW" altLang="en-US" dirty="0"/>
              <a:t>之後，有一個 </a:t>
            </a:r>
            <a:r>
              <a:rPr lang="en-US" altLang="zh-TW" dirty="0"/>
              <a:t>Large Kernel branch </a:t>
            </a:r>
            <a:r>
              <a:rPr lang="zh-TW" altLang="en-US" dirty="0"/>
              <a:t>負責捕捉長距離的水平相關性。</a:t>
            </a:r>
            <a:r>
              <a:rPr lang="en-US" altLang="zh-TW" b="1" i="0" u="sng" dirty="0"/>
              <a:t>[</a:t>
            </a:r>
            <a:r>
              <a:rPr lang="zh-TW" altLang="en-US" b="1" i="0" u="sng" dirty="0"/>
              <a:t>圖</a:t>
            </a:r>
            <a:r>
              <a:rPr lang="en-US" altLang="zh-TW" b="1" i="0" u="sng" dirty="0"/>
              <a:t>ASPP]</a:t>
            </a:r>
            <a:r>
              <a:rPr lang="zh-TW" altLang="en-US" b="1" i="0" u="sng" dirty="0"/>
              <a:t> </a:t>
            </a:r>
            <a:r>
              <a:rPr lang="zh-TW" altLang="en-US" dirty="0"/>
              <a:t>緊接著，</a:t>
            </a:r>
            <a:r>
              <a:rPr lang="en-US" altLang="zh-TW" dirty="0"/>
              <a:t>ASPP Lite </a:t>
            </a:r>
            <a:r>
              <a:rPr lang="zh-TW" altLang="en-US" dirty="0"/>
              <a:t>將 </a:t>
            </a:r>
            <a:r>
              <a:rPr lang="en-US" altLang="zh-TW" dirty="0"/>
              <a:t>multi-scale features </a:t>
            </a:r>
            <a:r>
              <a:rPr lang="zh-TW" altLang="en-US" dirty="0"/>
              <a:t>聚合為 </a:t>
            </a:r>
            <a:r>
              <a:rPr lang="en-US" altLang="zh-TW" dirty="0"/>
              <a:t>72 channels</a:t>
            </a:r>
            <a:r>
              <a:rPr lang="zh-TW" altLang="en-US" dirty="0"/>
              <a:t>。</a:t>
            </a:r>
            <a:r>
              <a:rPr lang="en-US" altLang="zh-TW" b="1" i="0" u="sng" dirty="0"/>
              <a:t>[</a:t>
            </a:r>
            <a:r>
              <a:rPr lang="zh-TW" altLang="en-US" b="1" i="0" u="sng" dirty="0"/>
              <a:t>圖</a:t>
            </a:r>
            <a:r>
              <a:rPr lang="en-US" altLang="zh-TW" b="1" i="0" u="sng" dirty="0"/>
              <a:t>Neck]</a:t>
            </a:r>
            <a:r>
              <a:rPr lang="zh-TW" altLang="en-US" b="1" i="0" u="sng" dirty="0"/>
              <a:t>  </a:t>
            </a:r>
            <a:r>
              <a:rPr lang="en-US" altLang="zh-TW" dirty="0"/>
              <a:t>Neck </a:t>
            </a:r>
            <a:r>
              <a:rPr lang="zh-TW" altLang="en-US" dirty="0"/>
              <a:t>部分再將其縮減為 </a:t>
            </a:r>
            <a:r>
              <a:rPr lang="en-US" altLang="zh-TW" dirty="0"/>
              <a:t>64 channels</a:t>
            </a:r>
            <a:r>
              <a:rPr lang="zh-TW" altLang="en-US" dirty="0"/>
              <a:t>，</a:t>
            </a:r>
            <a:r>
              <a:rPr lang="en-US" altLang="zh-TW" b="1" i="0" u="sng" dirty="0"/>
              <a:t>[</a:t>
            </a:r>
            <a:r>
              <a:rPr lang="zh-TW" altLang="en-US" b="1" i="0" u="sng" dirty="0"/>
              <a:t>圖</a:t>
            </a:r>
            <a:r>
              <a:rPr lang="en-US" altLang="zh-TW" b="1" i="0" u="sng" dirty="0"/>
              <a:t>GAP]</a:t>
            </a:r>
            <a:r>
              <a:rPr lang="zh-TW" altLang="en-US" b="1" i="0" u="sng" dirty="0"/>
              <a:t> </a:t>
            </a:r>
            <a:r>
              <a:rPr lang="zh-TW" altLang="en-US" dirty="0"/>
              <a:t>並送入 </a:t>
            </a:r>
            <a:r>
              <a:rPr lang="en-US" altLang="zh-TW" dirty="0"/>
              <a:t>global average pooling</a:t>
            </a:r>
            <a:r>
              <a:rPr lang="zh-TW" altLang="en-US" dirty="0"/>
              <a:t>。</a:t>
            </a:r>
            <a:r>
              <a:rPr lang="en-US" altLang="zh-TW" b="1" i="0" u="sng" dirty="0"/>
              <a:t>[Dual-Head]</a:t>
            </a:r>
            <a:r>
              <a:rPr lang="zh-TW" altLang="en-US" b="1" i="0" u="sng" dirty="0"/>
              <a:t> </a:t>
            </a:r>
            <a:r>
              <a:rPr lang="zh-TW" altLang="en-US" dirty="0"/>
              <a:t> 最後，</a:t>
            </a:r>
            <a:r>
              <a:rPr lang="en-US" altLang="zh-TW" dirty="0"/>
              <a:t>Mean head </a:t>
            </a:r>
            <a:r>
              <a:rPr lang="zh-TW" altLang="en-US" dirty="0"/>
              <a:t>負責輸出 </a:t>
            </a:r>
            <a:r>
              <a:rPr lang="en-US" altLang="zh-TW" dirty="0"/>
              <a:t>Omega-m </a:t>
            </a:r>
            <a:r>
              <a:rPr lang="zh-TW" altLang="en-US" dirty="0"/>
              <a:t>和 </a:t>
            </a:r>
            <a:r>
              <a:rPr lang="en-US" altLang="zh-TW" dirty="0"/>
              <a:t>sigma-8 </a:t>
            </a:r>
            <a:r>
              <a:rPr lang="zh-TW" altLang="en-US" dirty="0"/>
              <a:t>的點估計，而 </a:t>
            </a:r>
            <a:r>
              <a:rPr lang="en-US" altLang="zh-TW" dirty="0"/>
              <a:t>Covariance head </a:t>
            </a:r>
            <a:r>
              <a:rPr lang="zh-TW" altLang="en-US" dirty="0"/>
              <a:t>則輸出 </a:t>
            </a:r>
            <a:r>
              <a:rPr lang="en-US" altLang="zh-TW" dirty="0"/>
              <a:t>3 </a:t>
            </a:r>
            <a:r>
              <a:rPr lang="zh-TW" altLang="en-US" dirty="0"/>
              <a:t>個 </a:t>
            </a:r>
            <a:r>
              <a:rPr lang="en-US" altLang="zh-TW" dirty="0"/>
              <a:t>Cholesky parameters</a:t>
            </a:r>
            <a:r>
              <a:rPr lang="zh-TW" altLang="en-US" dirty="0"/>
              <a:t>，並在對角線使用 </a:t>
            </a:r>
            <a:r>
              <a:rPr lang="en-US" altLang="zh-TW" dirty="0" err="1"/>
              <a:t>softplus</a:t>
            </a:r>
            <a:r>
              <a:rPr lang="en-US" altLang="zh-TW" dirty="0"/>
              <a:t> activation </a:t>
            </a:r>
            <a:r>
              <a:rPr lang="zh-TW" altLang="en-US" dirty="0"/>
              <a:t>來確保非負 </a:t>
            </a:r>
            <a:r>
              <a:rPr lang="en-US" altLang="zh-TW" dirty="0"/>
              <a:t>variance</a:t>
            </a:r>
            <a:r>
              <a:rPr lang="zh-TW" altLang="en-US" dirty="0"/>
              <a:t>。整體模型非常輕量，參數量只有約 </a:t>
            </a:r>
            <a:r>
              <a:rPr lang="en-US" altLang="zh-TW" dirty="0"/>
              <a:t>202k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949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在介紹完 </a:t>
            </a:r>
            <a:r>
              <a:rPr lang="en-US" altLang="zh-TW" dirty="0"/>
              <a:t>Architecture Overview </a:t>
            </a:r>
            <a:r>
              <a:rPr lang="zh-TW" altLang="en-US" dirty="0"/>
              <a:t>後，接著讓我介紹關鍵的 </a:t>
            </a:r>
            <a:r>
              <a:rPr lang="en-US" altLang="zh-TW" dirty="0"/>
              <a:t>Module</a:t>
            </a:r>
            <a:r>
              <a:rPr lang="zh-TW" altLang="en-US" dirty="0"/>
              <a:t>。 </a:t>
            </a:r>
            <a:r>
              <a:rPr lang="en-US" altLang="zh-TW" b="1" i="0" u="sng" dirty="0"/>
              <a:t>[HDC Block]</a:t>
            </a:r>
            <a:r>
              <a:rPr lang="zh-TW" altLang="en-US" b="1" i="0" u="sng" dirty="0"/>
              <a:t> </a:t>
            </a:r>
            <a:r>
              <a:rPr lang="zh-TW" altLang="en-US" dirty="0"/>
              <a:t>首先是 </a:t>
            </a:r>
            <a:r>
              <a:rPr lang="en-US" altLang="zh-TW" dirty="0"/>
              <a:t>Backbone </a:t>
            </a:r>
            <a:r>
              <a:rPr lang="zh-TW" altLang="en-US" dirty="0"/>
              <a:t>的 </a:t>
            </a:r>
            <a:r>
              <a:rPr lang="en-US" altLang="zh-TW" dirty="0"/>
              <a:t>Hybrid Dilated Convolution</a:t>
            </a:r>
            <a:r>
              <a:rPr lang="zh-TW" altLang="en-US" dirty="0"/>
              <a:t>，也就是 </a:t>
            </a:r>
            <a:r>
              <a:rPr lang="en-US" altLang="zh-TW" dirty="0"/>
              <a:t>HDC Block</a:t>
            </a:r>
            <a:r>
              <a:rPr lang="zh-TW" altLang="en-US" dirty="0"/>
              <a:t>。它由兩個不同 </a:t>
            </a:r>
            <a:r>
              <a:rPr lang="en-US" altLang="zh-TW" dirty="0"/>
              <a:t>dilation rate </a:t>
            </a:r>
            <a:r>
              <a:rPr lang="zh-TW" altLang="en-US" dirty="0"/>
              <a:t>的可分離卷積所組成，且不同 </a:t>
            </a:r>
            <a:r>
              <a:rPr lang="en-US" altLang="zh-TW" dirty="0"/>
              <a:t>Block </a:t>
            </a:r>
            <a:r>
              <a:rPr lang="zh-TW" altLang="en-US" dirty="0"/>
              <a:t>的 </a:t>
            </a:r>
            <a:r>
              <a:rPr lang="en-US" altLang="zh-TW" dirty="0"/>
              <a:t>Dilation rate </a:t>
            </a:r>
            <a:r>
              <a:rPr lang="zh-TW" altLang="en-US" dirty="0"/>
              <a:t>順序是漸進的：</a:t>
            </a:r>
            <a:r>
              <a:rPr lang="en-US" altLang="zh-TW" dirty="0"/>
              <a:t>Stage A </a:t>
            </a:r>
            <a:r>
              <a:rPr lang="zh-TW" altLang="en-US" dirty="0"/>
              <a:t>是 </a:t>
            </a:r>
            <a:r>
              <a:rPr lang="en-US" altLang="zh-TW" dirty="0"/>
              <a:t>1 </a:t>
            </a:r>
            <a:r>
              <a:rPr lang="zh-TW" altLang="en-US" dirty="0"/>
              <a:t>和 </a:t>
            </a:r>
            <a:r>
              <a:rPr lang="en-US" altLang="zh-TW" dirty="0"/>
              <a:t>2</a:t>
            </a:r>
            <a:r>
              <a:rPr lang="zh-TW" altLang="en-US" dirty="0"/>
              <a:t>，</a:t>
            </a:r>
            <a:r>
              <a:rPr lang="en-US" altLang="zh-TW" dirty="0"/>
              <a:t>Stage B </a:t>
            </a:r>
            <a:r>
              <a:rPr lang="zh-TW" altLang="en-US" dirty="0"/>
              <a:t>是 </a:t>
            </a:r>
            <a:r>
              <a:rPr lang="en-US" altLang="zh-TW" dirty="0"/>
              <a:t>2 </a:t>
            </a:r>
            <a:r>
              <a:rPr lang="zh-TW" altLang="en-US" dirty="0"/>
              <a:t>和 </a:t>
            </a:r>
            <a:r>
              <a:rPr lang="en-US" altLang="zh-TW" dirty="0"/>
              <a:t>5</a:t>
            </a:r>
            <a:r>
              <a:rPr lang="zh-TW" altLang="en-US" dirty="0"/>
              <a:t>，而 </a:t>
            </a:r>
            <a:r>
              <a:rPr lang="en-US" altLang="zh-TW" dirty="0"/>
              <a:t>Stage C </a:t>
            </a:r>
            <a:r>
              <a:rPr lang="zh-TW" altLang="en-US" dirty="0"/>
              <a:t>有兩個 </a:t>
            </a:r>
            <a:r>
              <a:rPr lang="en-US" altLang="zh-TW" dirty="0"/>
              <a:t>blocks</a:t>
            </a:r>
            <a:r>
              <a:rPr lang="zh-TW" altLang="en-US" dirty="0"/>
              <a:t>，分別是 </a:t>
            </a:r>
            <a:r>
              <a:rPr lang="en-US" altLang="zh-TW" dirty="0"/>
              <a:t>2 </a:t>
            </a:r>
            <a:r>
              <a:rPr lang="zh-TW" altLang="en-US" dirty="0"/>
              <a:t>和 </a:t>
            </a:r>
            <a:r>
              <a:rPr lang="en-US" altLang="zh-TW" dirty="0"/>
              <a:t>5 </a:t>
            </a:r>
            <a:r>
              <a:rPr lang="zh-TW" altLang="en-US" dirty="0"/>
              <a:t>以及 </a:t>
            </a:r>
            <a:r>
              <a:rPr lang="en-US" altLang="zh-TW" dirty="0"/>
              <a:t>3 </a:t>
            </a:r>
            <a:r>
              <a:rPr lang="zh-TW" altLang="en-US" dirty="0"/>
              <a:t>和 </a:t>
            </a:r>
            <a:r>
              <a:rPr lang="en-US" altLang="zh-TW" dirty="0"/>
              <a:t>7</a:t>
            </a:r>
            <a:r>
              <a:rPr lang="zh-TW" altLang="en-US" dirty="0"/>
              <a:t>。 這種 </a:t>
            </a:r>
            <a:r>
              <a:rPr lang="en-US" altLang="zh-TW" dirty="0"/>
              <a:t>hybrid pattern </a:t>
            </a:r>
            <a:r>
              <a:rPr lang="zh-TW" altLang="en-US" dirty="0"/>
              <a:t>避免了重複使用相同 </a:t>
            </a:r>
            <a:r>
              <a:rPr lang="en-US" altLang="zh-TW" dirty="0"/>
              <a:t>dilation rate </a:t>
            </a:r>
            <a:r>
              <a:rPr lang="zh-TW" altLang="en-US" dirty="0"/>
              <a:t>時可能發生的 </a:t>
            </a:r>
            <a:r>
              <a:rPr lang="en-US" altLang="zh-TW" dirty="0"/>
              <a:t>gridding artifacts</a:t>
            </a:r>
            <a:r>
              <a:rPr lang="zh-TW" altLang="en-US" dirty="0"/>
              <a:t>，並能在不 </a:t>
            </a:r>
            <a:r>
              <a:rPr lang="en-US" altLang="zh-TW" dirty="0" err="1"/>
              <a:t>Downsample</a:t>
            </a:r>
            <a:r>
              <a:rPr lang="en-US" altLang="zh-TW" dirty="0"/>
              <a:t> </a:t>
            </a:r>
            <a:r>
              <a:rPr lang="zh-TW" altLang="en-US" dirty="0"/>
              <a:t>的情況下有效擴大 </a:t>
            </a:r>
            <a:r>
              <a:rPr lang="en-US" altLang="zh-TW" dirty="0"/>
              <a:t>receptive field</a:t>
            </a:r>
            <a:r>
              <a:rPr lang="zh-TW" altLang="en-US" dirty="0"/>
              <a:t>。 </a:t>
            </a:r>
            <a:r>
              <a:rPr lang="en-US" altLang="zh-TW" b="1" i="0" u="sng" dirty="0"/>
              <a:t>[Large Kernel Branch]</a:t>
            </a:r>
            <a:r>
              <a:rPr lang="zh-TW" altLang="en-US" b="1" i="0" u="sng" dirty="0"/>
              <a:t> </a:t>
            </a:r>
            <a:r>
              <a:rPr lang="en-US" altLang="zh-TW" dirty="0"/>
              <a:t>Backbone </a:t>
            </a:r>
            <a:r>
              <a:rPr lang="zh-TW" altLang="en-US" dirty="0"/>
              <a:t>後的 </a:t>
            </a:r>
            <a:r>
              <a:rPr lang="en-US" altLang="zh-TW" dirty="0"/>
              <a:t>Large Kernel branch </a:t>
            </a:r>
            <a:r>
              <a:rPr lang="zh-TW" altLang="en-US" dirty="0"/>
              <a:t>使用 </a:t>
            </a:r>
            <a:r>
              <a:rPr lang="en-US" altLang="zh-TW" dirty="0"/>
              <a:t>dilation </a:t>
            </a:r>
            <a:r>
              <a:rPr lang="zh-TW" altLang="en-US" dirty="0"/>
              <a:t>為 </a:t>
            </a:r>
            <a:r>
              <a:rPr lang="en-US" altLang="zh-TW" dirty="0"/>
              <a:t>4 </a:t>
            </a:r>
            <a:r>
              <a:rPr lang="zh-TW" altLang="en-US" dirty="0"/>
              <a:t>的 </a:t>
            </a:r>
            <a:r>
              <a:rPr lang="en-US" altLang="zh-TW" dirty="0"/>
              <a:t>1-by-63 convolution</a:t>
            </a:r>
            <a:r>
              <a:rPr lang="zh-TW" altLang="en-US" dirty="0"/>
              <a:t>，提供水平方向上 </a:t>
            </a:r>
            <a:r>
              <a:rPr lang="en-US" altLang="zh-TW" dirty="0"/>
              <a:t>249 pixels </a:t>
            </a:r>
            <a:r>
              <a:rPr lang="zh-TW" altLang="en-US" dirty="0"/>
              <a:t>的 </a:t>
            </a:r>
            <a:r>
              <a:rPr lang="en-US" altLang="zh-TW" dirty="0"/>
              <a:t>receptive field</a:t>
            </a:r>
            <a:r>
              <a:rPr lang="zh-TW" altLang="en-US" dirty="0"/>
              <a:t>，用以捕捉 </a:t>
            </a:r>
            <a:r>
              <a:rPr lang="en-US" altLang="zh-TW" dirty="0"/>
              <a:t>weak lensing maps </a:t>
            </a:r>
            <a:r>
              <a:rPr lang="zh-TW" altLang="en-US" dirty="0"/>
              <a:t>中的長程相關性。 </a:t>
            </a:r>
            <a:r>
              <a:rPr lang="en-US" altLang="zh-TW" b="1" i="0" u="sng" dirty="0"/>
              <a:t>[ASPP Lite] </a:t>
            </a:r>
            <a:r>
              <a:rPr lang="zh-TW" altLang="en-US" dirty="0"/>
              <a:t>緊接著，</a:t>
            </a:r>
            <a:r>
              <a:rPr lang="en-US" altLang="zh-TW" dirty="0"/>
              <a:t>ASPP Lite </a:t>
            </a:r>
            <a:r>
              <a:rPr lang="zh-TW" altLang="en-US" dirty="0"/>
              <a:t>使用五個平行分支：</a:t>
            </a:r>
            <a:r>
              <a:rPr lang="en-US" altLang="zh-TW" dirty="0"/>
              <a:t>kernels </a:t>
            </a:r>
            <a:r>
              <a:rPr lang="zh-TW" altLang="en-US" dirty="0"/>
              <a:t>分別為 </a:t>
            </a:r>
            <a:r>
              <a:rPr lang="en-US" altLang="zh-TW" dirty="0"/>
              <a:t>1-by-7</a:t>
            </a:r>
            <a:r>
              <a:rPr lang="zh-TW" altLang="en-US" dirty="0"/>
              <a:t>、</a:t>
            </a:r>
            <a:r>
              <a:rPr lang="en-US" altLang="zh-TW" dirty="0"/>
              <a:t>1-by-15 </a:t>
            </a:r>
            <a:r>
              <a:rPr lang="zh-TW" altLang="en-US" dirty="0"/>
              <a:t>和 </a:t>
            </a:r>
            <a:r>
              <a:rPr lang="en-US" altLang="zh-TW" dirty="0"/>
              <a:t>1-by-21</a:t>
            </a:r>
            <a:r>
              <a:rPr lang="zh-TW" altLang="en-US" dirty="0"/>
              <a:t>，對應的 </a:t>
            </a:r>
            <a:r>
              <a:rPr lang="en-US" altLang="zh-TW" dirty="0"/>
              <a:t>dilations </a:t>
            </a:r>
            <a:r>
              <a:rPr lang="zh-TW" altLang="en-US" dirty="0"/>
              <a:t>為 </a:t>
            </a:r>
            <a:r>
              <a:rPr lang="en-US" altLang="zh-TW" dirty="0"/>
              <a:t>1</a:t>
            </a:r>
            <a:r>
              <a:rPr lang="zh-TW" altLang="en-US" dirty="0"/>
              <a:t>、</a:t>
            </a:r>
            <a:r>
              <a:rPr lang="en-US" altLang="zh-TW" dirty="0"/>
              <a:t>2 </a:t>
            </a:r>
            <a:r>
              <a:rPr lang="zh-TW" altLang="en-US" dirty="0"/>
              <a:t>和 </a:t>
            </a:r>
            <a:r>
              <a:rPr lang="en-US" altLang="zh-TW" dirty="0"/>
              <a:t>2</a:t>
            </a:r>
            <a:r>
              <a:rPr lang="zh-TW" altLang="en-US" dirty="0"/>
              <a:t>；再加上一個 </a:t>
            </a:r>
            <a:r>
              <a:rPr lang="en-US" altLang="zh-TW" dirty="0"/>
              <a:t>1-by-1 convolution</a:t>
            </a:r>
            <a:r>
              <a:rPr lang="zh-TW" altLang="en-US" dirty="0"/>
              <a:t>，以及一個 </a:t>
            </a:r>
            <a:r>
              <a:rPr lang="en-US" altLang="zh-TW" dirty="0"/>
              <a:t>63-by-1 </a:t>
            </a:r>
            <a:r>
              <a:rPr lang="zh-TW" altLang="en-US" dirty="0"/>
              <a:t>的垂直 </a:t>
            </a:r>
            <a:r>
              <a:rPr lang="en-US" altLang="zh-TW" dirty="0"/>
              <a:t>kernel</a:t>
            </a:r>
            <a:r>
              <a:rPr lang="zh-TW" altLang="en-US" dirty="0"/>
              <a:t>。這些特徵會被 </a:t>
            </a:r>
            <a:r>
              <a:rPr lang="en-US" altLang="zh-TW" dirty="0"/>
              <a:t>concatenated </a:t>
            </a:r>
            <a:r>
              <a:rPr lang="zh-TW" altLang="en-US" dirty="0"/>
              <a:t>並進行投影。 </a:t>
            </a:r>
            <a:r>
              <a:rPr lang="en-US" altLang="zh-TW" b="1" i="0" u="sng" dirty="0"/>
              <a:t>[ECA] </a:t>
            </a:r>
            <a:r>
              <a:rPr lang="zh-TW" altLang="en-US" dirty="0"/>
              <a:t>另外，在 </a:t>
            </a:r>
            <a:r>
              <a:rPr lang="en-US" altLang="zh-TW" dirty="0"/>
              <a:t>Stage C </a:t>
            </a:r>
            <a:r>
              <a:rPr lang="zh-TW" altLang="en-US" dirty="0"/>
              <a:t>與 </a:t>
            </a:r>
            <a:r>
              <a:rPr lang="en-US" altLang="zh-TW" dirty="0"/>
              <a:t>ASPP Lite </a:t>
            </a:r>
            <a:r>
              <a:rPr lang="zh-TW" altLang="en-US" dirty="0"/>
              <a:t>中我們套用了 </a:t>
            </a:r>
            <a:r>
              <a:rPr lang="en-US" altLang="zh-TW" dirty="0"/>
              <a:t>ECA</a:t>
            </a:r>
            <a:r>
              <a:rPr lang="zh-TW" altLang="en-US" dirty="0"/>
              <a:t>，也就是 </a:t>
            </a:r>
            <a:r>
              <a:rPr lang="en-US" altLang="zh-TW" dirty="0"/>
              <a:t>Efficient Channel Attention </a:t>
            </a:r>
            <a:r>
              <a:rPr lang="zh-TW" altLang="en-US" dirty="0"/>
              <a:t>。它使用 </a:t>
            </a:r>
            <a:r>
              <a:rPr lang="en-US" altLang="zh-TW" dirty="0"/>
              <a:t>adaptive kernel size</a:t>
            </a:r>
            <a:r>
              <a:rPr lang="zh-TW" altLang="en-US" dirty="0"/>
              <a:t>，計算方式是將 </a:t>
            </a:r>
            <a:r>
              <a:rPr lang="en-US" altLang="zh-TW" dirty="0"/>
              <a:t>channels </a:t>
            </a:r>
            <a:r>
              <a:rPr lang="zh-TW" altLang="en-US" dirty="0"/>
              <a:t>取 </a:t>
            </a:r>
            <a:r>
              <a:rPr lang="en-US" altLang="zh-TW" dirty="0"/>
              <a:t>log-base-2 </a:t>
            </a:r>
            <a:r>
              <a:rPr lang="zh-TW" altLang="en-US" dirty="0"/>
              <a:t>加 </a:t>
            </a:r>
            <a:r>
              <a:rPr lang="en-US" altLang="zh-TW" dirty="0"/>
              <a:t>1 </a:t>
            </a:r>
            <a:r>
              <a:rPr lang="zh-TW" altLang="en-US" dirty="0"/>
              <a:t>後取 </a:t>
            </a:r>
            <a:r>
              <a:rPr lang="en-US" altLang="zh-TW" dirty="0"/>
              <a:t>floor </a:t>
            </a:r>
            <a:r>
              <a:rPr lang="zh-TW" altLang="en-US" dirty="0"/>
              <a:t>再除以 </a:t>
            </a:r>
            <a:r>
              <a:rPr lang="en-US" altLang="zh-TW" dirty="0"/>
              <a:t>2</a:t>
            </a:r>
            <a:r>
              <a:rPr lang="zh-TW" altLang="en-US" dirty="0"/>
              <a:t>，相較 </a:t>
            </a:r>
            <a:r>
              <a:rPr lang="en-US" altLang="zh-TW" dirty="0"/>
              <a:t>SE blocks </a:t>
            </a:r>
            <a:r>
              <a:rPr lang="zh-TW" altLang="en-US" dirty="0"/>
              <a:t>來說更具 </a:t>
            </a:r>
            <a:r>
              <a:rPr lang="en-US" altLang="zh-TW" dirty="0"/>
              <a:t>parameter-efficiency</a:t>
            </a:r>
            <a:r>
              <a:rPr lang="zh-TW" altLang="en-US" dirty="0"/>
              <a:t>。 </a:t>
            </a:r>
            <a:r>
              <a:rPr lang="en-US" altLang="zh-TW" b="1" i="0" u="sng" dirty="0"/>
              <a:t>[</a:t>
            </a:r>
            <a:r>
              <a:rPr lang="en-US" altLang="zh-TW" b="1" i="0" u="sng" dirty="0" err="1"/>
              <a:t>LayerScale</a:t>
            </a:r>
            <a:r>
              <a:rPr lang="en-US" altLang="zh-TW" b="1" i="0" u="sng" dirty="0"/>
              <a:t>] </a:t>
            </a:r>
            <a:r>
              <a:rPr lang="zh-TW" altLang="en-US" dirty="0"/>
              <a:t>最後，我們還使用了 </a:t>
            </a:r>
            <a:r>
              <a:rPr lang="en-US" altLang="zh-TW" dirty="0" err="1"/>
              <a:t>LayerScale</a:t>
            </a:r>
            <a:r>
              <a:rPr lang="zh-TW" altLang="en-US" dirty="0"/>
              <a:t>、</a:t>
            </a:r>
            <a:r>
              <a:rPr lang="en-US" altLang="zh-TW" dirty="0" err="1"/>
              <a:t>DropPath</a:t>
            </a:r>
            <a:r>
              <a:rPr lang="en-US" altLang="zh-TW" dirty="0"/>
              <a:t> </a:t>
            </a:r>
            <a:r>
              <a:rPr lang="zh-TW" altLang="en-US" dirty="0"/>
              <a:t>進行 </a:t>
            </a:r>
            <a:r>
              <a:rPr lang="en-US" altLang="zh-TW" dirty="0"/>
              <a:t>stochastic depth</a:t>
            </a:r>
            <a:r>
              <a:rPr lang="zh-TW" altLang="en-US" dirty="0"/>
              <a:t>、</a:t>
            </a:r>
            <a:r>
              <a:rPr lang="en-US" altLang="zh-TW" dirty="0"/>
              <a:t>Weight-Standardized convolutions </a:t>
            </a:r>
            <a:r>
              <a:rPr lang="zh-TW" altLang="en-US" dirty="0"/>
              <a:t>以及全面的 </a:t>
            </a:r>
            <a:r>
              <a:rPr lang="en-US" altLang="zh-TW" dirty="0" err="1"/>
              <a:t>GroupNorm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234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緊接著介紹 </a:t>
            </a:r>
            <a:r>
              <a:rPr lang="en-US" altLang="zh-TW" dirty="0"/>
              <a:t>Loss function</a:t>
            </a:r>
            <a:r>
              <a:rPr lang="zh-TW" altLang="en-US" dirty="0"/>
              <a:t>。</a:t>
            </a:r>
            <a:r>
              <a:rPr lang="en-US" altLang="zh-TW" b="1" i="0" u="sng" dirty="0"/>
              <a:t>[Gaussian NLL] </a:t>
            </a:r>
            <a:r>
              <a:rPr lang="zh-TW" altLang="en-US" dirty="0"/>
              <a:t>以往做不確定性估計通常採用 </a:t>
            </a:r>
            <a:r>
              <a:rPr lang="en-US" altLang="zh-TW" dirty="0"/>
              <a:t>Gaussian Negative Log Likelihood</a:t>
            </a:r>
            <a:r>
              <a:rPr lang="zh-TW" altLang="en-US" dirty="0"/>
              <a:t>，</a:t>
            </a:r>
            <a:r>
              <a:rPr lang="en-US" altLang="zh-TW" b="1" i="0" u="sng" dirty="0"/>
              <a:t>[Problem] </a:t>
            </a:r>
            <a:r>
              <a:rPr lang="zh-TW" altLang="en-US" dirty="0"/>
              <a:t>然而模型往往會透過預測非常大的 </a:t>
            </a:r>
            <a:r>
              <a:rPr lang="en-US" altLang="zh-TW" dirty="0"/>
              <a:t>variance </a:t>
            </a:r>
            <a:r>
              <a:rPr lang="zh-TW" altLang="en-US" dirty="0"/>
              <a:t>來壓低損失，這會降低點估計的表現。 </a:t>
            </a:r>
            <a:r>
              <a:rPr lang="en-US" altLang="zh-TW" b="1" i="0" u="sng" dirty="0"/>
              <a:t>[Solution] </a:t>
            </a:r>
            <a:r>
              <a:rPr lang="zh-TW" altLang="en-US" dirty="0"/>
              <a:t>我的 </a:t>
            </a:r>
            <a:r>
              <a:rPr lang="en-US" altLang="zh-TW" dirty="0"/>
              <a:t>Solution </a:t>
            </a:r>
            <a:r>
              <a:rPr lang="zh-TW" altLang="en-US" dirty="0"/>
              <a:t>是採用 </a:t>
            </a:r>
            <a:r>
              <a:rPr lang="en-US" altLang="zh-TW" dirty="0"/>
              <a:t>Beta-NLL loss</a:t>
            </a:r>
            <a:r>
              <a:rPr lang="zh-TW" altLang="en-US" dirty="0"/>
              <a:t>，透過乘上 </a:t>
            </a:r>
            <a:r>
              <a:rPr lang="en-US" altLang="zh-TW" dirty="0"/>
              <a:t>variance </a:t>
            </a:r>
            <a:r>
              <a:rPr lang="zh-TW" altLang="en-US" dirty="0"/>
              <a:t>的 </a:t>
            </a:r>
            <a:r>
              <a:rPr lang="en-US" altLang="zh-TW" dirty="0"/>
              <a:t>beta </a:t>
            </a:r>
            <a:r>
              <a:rPr lang="zh-TW" altLang="en-US" dirty="0"/>
              <a:t>次方來進行 </a:t>
            </a:r>
            <a:r>
              <a:rPr lang="en-US" altLang="zh-TW" dirty="0"/>
              <a:t>re-weighting</a:t>
            </a:r>
            <a:r>
              <a:rPr lang="zh-TW" altLang="en-US" dirty="0"/>
              <a:t>，提升</a:t>
            </a:r>
            <a:r>
              <a:rPr lang="en-US" altLang="zh-TW" dirty="0"/>
              <a:t>『</a:t>
            </a:r>
            <a:r>
              <a:rPr lang="zh-TW" altLang="en-US" dirty="0"/>
              <a:t>具高度不確定性預測</a:t>
            </a:r>
            <a:r>
              <a:rPr lang="en-US" altLang="zh-TW" dirty="0"/>
              <a:t>』</a:t>
            </a:r>
            <a:r>
              <a:rPr lang="zh-TW" altLang="en-US" dirty="0"/>
              <a:t>的 </a:t>
            </a:r>
            <a:r>
              <a:rPr lang="en-US" altLang="zh-TW" dirty="0"/>
              <a:t>Loss </a:t>
            </a:r>
            <a:r>
              <a:rPr lang="zh-TW" altLang="en-US" dirty="0"/>
              <a:t>權重。 </a:t>
            </a:r>
            <a:r>
              <a:rPr lang="en-US" altLang="zh-TW" b="1" i="0" u="sng" dirty="0"/>
              <a:t>[Key] </a:t>
            </a:r>
            <a:r>
              <a:rPr lang="zh-TW" altLang="en-US" dirty="0"/>
              <a:t>實作上，需對 </a:t>
            </a:r>
            <a:r>
              <a:rPr lang="en-US" altLang="zh-TW" dirty="0"/>
              <a:t>variance </a:t>
            </a:r>
            <a:r>
              <a:rPr lang="zh-TW" altLang="en-US" dirty="0"/>
              <a:t>的 </a:t>
            </a:r>
            <a:r>
              <a:rPr lang="en-US" altLang="zh-TW" dirty="0"/>
              <a:t>beta </a:t>
            </a:r>
            <a:r>
              <a:rPr lang="zh-TW" altLang="en-US" dirty="0"/>
              <a:t>次方進行 </a:t>
            </a:r>
            <a:r>
              <a:rPr lang="en-US" altLang="zh-TW" dirty="0"/>
              <a:t>detach</a:t>
            </a:r>
            <a:r>
              <a:rPr lang="zh-TW" altLang="en-US" dirty="0"/>
              <a:t>，讓它只影響 </a:t>
            </a:r>
            <a:r>
              <a:rPr lang="en-US" altLang="zh-TW" dirty="0"/>
              <a:t>loss </a:t>
            </a:r>
            <a:r>
              <a:rPr lang="zh-TW" altLang="en-US" dirty="0"/>
              <a:t>的大小，避免額外的 </a:t>
            </a:r>
            <a:r>
              <a:rPr lang="en-US" altLang="zh-TW" dirty="0"/>
              <a:t>gradients </a:t>
            </a:r>
            <a:r>
              <a:rPr lang="zh-TW" altLang="en-US" dirty="0"/>
              <a:t>後傳導致高維 </a:t>
            </a:r>
            <a:r>
              <a:rPr lang="en-US" altLang="zh-TW" dirty="0"/>
              <a:t>Loss </a:t>
            </a:r>
            <a:r>
              <a:rPr lang="zh-TW" altLang="en-US" dirty="0"/>
              <a:t>平面變形或訓練不穩。 </a:t>
            </a:r>
            <a:r>
              <a:rPr lang="en-US" altLang="zh-TW" b="1" i="0" u="sng" dirty="0"/>
              <a:t>[Beta Controls] </a:t>
            </a:r>
            <a:r>
              <a:rPr lang="zh-TW" altLang="en-US" dirty="0"/>
              <a:t>我們設定 </a:t>
            </a:r>
            <a:r>
              <a:rPr lang="en-US" altLang="zh-TW" dirty="0"/>
              <a:t>beta </a:t>
            </a:r>
            <a:r>
              <a:rPr lang="zh-TW" altLang="en-US" dirty="0"/>
              <a:t>為 </a:t>
            </a:r>
            <a:r>
              <a:rPr lang="en-US" altLang="zh-TW" dirty="0"/>
              <a:t>0.3</a:t>
            </a:r>
            <a:r>
              <a:rPr lang="zh-TW" altLang="en-US" dirty="0"/>
              <a:t>，藉此在</a:t>
            </a:r>
            <a:r>
              <a:rPr lang="en-US" altLang="zh-TW" dirty="0"/>
              <a:t>『</a:t>
            </a:r>
            <a:r>
              <a:rPr lang="zh-TW" altLang="en-US" dirty="0"/>
              <a:t>準確的 </a:t>
            </a:r>
            <a:r>
              <a:rPr lang="en-US" altLang="zh-TW" dirty="0"/>
              <a:t>mean predictions』</a:t>
            </a:r>
            <a:r>
              <a:rPr lang="zh-TW" altLang="en-US" dirty="0"/>
              <a:t>和</a:t>
            </a:r>
            <a:r>
              <a:rPr lang="en-US" altLang="zh-TW" dirty="0"/>
              <a:t>『</a:t>
            </a:r>
            <a:r>
              <a:rPr lang="zh-TW" altLang="en-US" dirty="0"/>
              <a:t>校準良好的 </a:t>
            </a:r>
            <a:r>
              <a:rPr lang="en-US" altLang="zh-TW" dirty="0"/>
              <a:t>uncertainties』</a:t>
            </a:r>
            <a:r>
              <a:rPr lang="zh-TW" altLang="en-US" dirty="0"/>
              <a:t>之間取得 </a:t>
            </a:r>
            <a:r>
              <a:rPr lang="en-US" altLang="zh-TW" dirty="0"/>
              <a:t>trade-off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669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i="0" u="sng" dirty="0"/>
              <a:t>[</a:t>
            </a:r>
            <a:r>
              <a:rPr lang="en-US" altLang="zh-TW" b="1" i="0" u="sng" dirty="0" err="1"/>
              <a:t>AdamW</a:t>
            </a:r>
            <a:r>
              <a:rPr lang="en-US" altLang="zh-TW" b="1" i="0" u="sng" dirty="0"/>
              <a:t>] </a:t>
            </a:r>
            <a:r>
              <a:rPr lang="zh-TW" altLang="en-US" dirty="0"/>
              <a:t>在 </a:t>
            </a:r>
            <a:r>
              <a:rPr lang="en-US" altLang="zh-TW" dirty="0"/>
              <a:t>Optimization </a:t>
            </a:r>
            <a:r>
              <a:rPr lang="zh-TW" altLang="en-US" dirty="0"/>
              <a:t>方面，我們使用 </a:t>
            </a:r>
            <a:r>
              <a:rPr lang="en-US" altLang="zh-TW" dirty="0" err="1"/>
              <a:t>AdamW</a:t>
            </a:r>
            <a:r>
              <a:rPr lang="en-US" altLang="zh-TW" dirty="0"/>
              <a:t> </a:t>
            </a:r>
            <a:r>
              <a:rPr lang="zh-TW" altLang="en-US" dirty="0"/>
              <a:t>搭配 </a:t>
            </a:r>
            <a:r>
              <a:rPr lang="en-US" altLang="zh-TW" dirty="0"/>
              <a:t>layer-wise learning rates</a:t>
            </a:r>
            <a:r>
              <a:rPr lang="zh-TW" altLang="en-US" dirty="0"/>
              <a:t>。 </a:t>
            </a:r>
            <a:r>
              <a:rPr lang="en-US" altLang="zh-TW" dirty="0"/>
              <a:t>Mean head </a:t>
            </a:r>
            <a:r>
              <a:rPr lang="zh-TW" altLang="en-US" dirty="0"/>
              <a:t>採用 </a:t>
            </a:r>
            <a:r>
              <a:rPr lang="en-US" altLang="zh-TW" dirty="0"/>
              <a:t>1.5 </a:t>
            </a:r>
            <a:r>
              <a:rPr lang="zh-TW" altLang="en-US" dirty="0"/>
              <a:t>倍的 </a:t>
            </a:r>
            <a:r>
              <a:rPr lang="en-US" altLang="zh-TW" dirty="0"/>
              <a:t>base rate</a:t>
            </a:r>
            <a:r>
              <a:rPr lang="zh-TW" altLang="en-US" dirty="0"/>
              <a:t>，因為它需要學得比較快；</a:t>
            </a:r>
            <a:r>
              <a:rPr lang="en-US" altLang="zh-TW" dirty="0"/>
              <a:t>Covariance head </a:t>
            </a:r>
            <a:r>
              <a:rPr lang="zh-TW" altLang="en-US" dirty="0"/>
              <a:t>則設為 </a:t>
            </a:r>
            <a:r>
              <a:rPr lang="en-US" altLang="zh-TW" dirty="0"/>
              <a:t>0.7 </a:t>
            </a:r>
            <a:r>
              <a:rPr lang="zh-TW" altLang="en-US" dirty="0"/>
              <a:t>倍，這是為了讓它學得慢一點以保持穩定。 </a:t>
            </a:r>
            <a:r>
              <a:rPr lang="en-US" altLang="zh-TW" dirty="0"/>
              <a:t>Weight decay </a:t>
            </a:r>
            <a:r>
              <a:rPr lang="zh-TW" altLang="en-US" dirty="0"/>
              <a:t>設為 </a:t>
            </a:r>
            <a:r>
              <a:rPr lang="en-US" altLang="zh-TW" dirty="0"/>
              <a:t>0.0005</a:t>
            </a:r>
            <a:r>
              <a:rPr lang="zh-TW" altLang="en-US" dirty="0"/>
              <a:t>，且僅應用於 </a:t>
            </a:r>
            <a:r>
              <a:rPr lang="en-US" altLang="zh-TW" dirty="0"/>
              <a:t>backbone</a:t>
            </a:r>
            <a:r>
              <a:rPr lang="zh-TW" altLang="en-US" dirty="0"/>
              <a:t>，不包含 </a:t>
            </a:r>
            <a:r>
              <a:rPr lang="en-US" altLang="zh-TW" dirty="0"/>
              <a:t>heads</a:t>
            </a:r>
            <a:r>
              <a:rPr lang="zh-TW" altLang="en-US" dirty="0"/>
              <a:t>。</a:t>
            </a:r>
            <a:r>
              <a:rPr lang="en-US" altLang="zh-TW" b="1" i="0" u="sng" dirty="0"/>
              <a:t>[</a:t>
            </a:r>
            <a:r>
              <a:rPr lang="en-US" altLang="zh-TW" b="1" i="0" u="sng" dirty="0" err="1"/>
              <a:t>OneCycleLR</a:t>
            </a:r>
            <a:r>
              <a:rPr lang="en-US" altLang="zh-TW" b="1" i="0" u="sng" dirty="0"/>
              <a:t>] </a:t>
            </a:r>
            <a:r>
              <a:rPr lang="zh-TW" altLang="en-US" dirty="0"/>
              <a:t>我使用 </a:t>
            </a:r>
            <a:r>
              <a:rPr lang="en-US" altLang="zh-TW" dirty="0" err="1"/>
              <a:t>OneCycleLR</a:t>
            </a:r>
            <a:r>
              <a:rPr lang="en-US" altLang="zh-TW" dirty="0"/>
              <a:t> scheduler </a:t>
            </a:r>
            <a:r>
              <a:rPr lang="zh-TW" altLang="en-US" dirty="0"/>
              <a:t>，設定了 </a:t>
            </a:r>
            <a:r>
              <a:rPr lang="en-US" altLang="zh-TW" dirty="0"/>
              <a:t>15% </a:t>
            </a:r>
            <a:r>
              <a:rPr lang="zh-TW" altLang="en-US" dirty="0"/>
              <a:t>的 </a:t>
            </a:r>
            <a:r>
              <a:rPr lang="en-US" altLang="zh-TW" dirty="0"/>
              <a:t>warmup </a:t>
            </a:r>
            <a:r>
              <a:rPr lang="zh-TW" altLang="en-US" dirty="0"/>
              <a:t>和 </a:t>
            </a:r>
            <a:r>
              <a:rPr lang="en-US" altLang="zh-TW" dirty="0"/>
              <a:t>cosine annealing</a:t>
            </a:r>
            <a:r>
              <a:rPr lang="zh-TW" altLang="en-US" dirty="0"/>
              <a:t>。</a:t>
            </a:r>
            <a:r>
              <a:rPr lang="en-US" altLang="zh-TW" dirty="0"/>
              <a:t>Maximum learning rate </a:t>
            </a:r>
            <a:r>
              <a:rPr lang="zh-TW" altLang="en-US" dirty="0"/>
              <a:t>為 </a:t>
            </a:r>
            <a:r>
              <a:rPr lang="en-US" altLang="zh-TW" dirty="0"/>
              <a:t>0.0042</a:t>
            </a:r>
            <a:r>
              <a:rPr lang="zh-TW" altLang="en-US" dirty="0"/>
              <a:t>，</a:t>
            </a:r>
            <a:r>
              <a:rPr lang="en-US" altLang="zh-TW" dirty="0"/>
              <a:t>division factor </a:t>
            </a:r>
            <a:r>
              <a:rPr lang="zh-TW" altLang="en-US" dirty="0"/>
              <a:t>為 </a:t>
            </a:r>
            <a:r>
              <a:rPr lang="en-US" altLang="zh-TW" dirty="0"/>
              <a:t>25</a:t>
            </a:r>
            <a:r>
              <a:rPr lang="zh-TW" altLang="en-US" dirty="0"/>
              <a:t>。 </a:t>
            </a:r>
            <a:r>
              <a:rPr lang="en-US" altLang="zh-TW" dirty="0"/>
              <a:t>Gradient clipping </a:t>
            </a:r>
            <a:r>
              <a:rPr lang="zh-TW" altLang="en-US" dirty="0"/>
              <a:t>設為 </a:t>
            </a:r>
            <a:r>
              <a:rPr lang="en-US" altLang="zh-TW" dirty="0"/>
              <a:t>1.0 </a:t>
            </a:r>
            <a:r>
              <a:rPr lang="zh-TW" altLang="en-US" dirty="0"/>
              <a:t>以防止 </a:t>
            </a:r>
            <a:r>
              <a:rPr lang="en-US" altLang="zh-TW" dirty="0"/>
              <a:t>exploding gradients</a:t>
            </a:r>
            <a:r>
              <a:rPr lang="zh-TW" altLang="en-US" dirty="0"/>
              <a:t>；同時設定 </a:t>
            </a:r>
            <a:r>
              <a:rPr lang="en-US" altLang="zh-TW" dirty="0"/>
              <a:t>patience </a:t>
            </a:r>
            <a:r>
              <a:rPr lang="zh-TW" altLang="en-US" dirty="0"/>
              <a:t>為 </a:t>
            </a:r>
            <a:r>
              <a:rPr lang="en-US" altLang="zh-TW" dirty="0"/>
              <a:t>17 epochs </a:t>
            </a:r>
            <a:r>
              <a:rPr lang="zh-TW" altLang="en-US" dirty="0"/>
              <a:t>的 </a:t>
            </a:r>
            <a:r>
              <a:rPr lang="en-US" altLang="zh-TW" dirty="0"/>
              <a:t>early stopping </a:t>
            </a:r>
            <a:r>
              <a:rPr lang="zh-TW" altLang="en-US" dirty="0"/>
              <a:t>來避免 </a:t>
            </a:r>
            <a:r>
              <a:rPr lang="en-US" altLang="zh-TW" dirty="0"/>
              <a:t>overfitting</a:t>
            </a:r>
            <a:r>
              <a:rPr lang="zh-TW" altLang="en-US" dirty="0"/>
              <a:t>。 </a:t>
            </a:r>
            <a:r>
              <a:rPr lang="en-US" altLang="zh-TW" b="1" i="0" u="sng" dirty="0"/>
              <a:t>[EMA] </a:t>
            </a:r>
            <a:r>
              <a:rPr lang="zh-TW" altLang="en-US" dirty="0"/>
              <a:t>至於 </a:t>
            </a:r>
            <a:r>
              <a:rPr lang="en-US" altLang="zh-TW" dirty="0"/>
              <a:t>EMA</a:t>
            </a:r>
            <a:r>
              <a:rPr lang="zh-TW" altLang="en-US" dirty="0"/>
              <a:t>，我們設定 </a:t>
            </a:r>
            <a:r>
              <a:rPr lang="en-US" altLang="zh-TW" dirty="0"/>
              <a:t>decay </a:t>
            </a:r>
            <a:r>
              <a:rPr lang="zh-TW" altLang="en-US" dirty="0"/>
              <a:t>為 </a:t>
            </a:r>
            <a:r>
              <a:rPr lang="en-US" altLang="zh-TW" dirty="0"/>
              <a:t>0.999</a:t>
            </a:r>
            <a:r>
              <a:rPr lang="zh-TW" altLang="en-US" dirty="0"/>
              <a:t>，來維護一份平滑後的模型權重，這大約對應 </a:t>
            </a:r>
            <a:r>
              <a:rPr lang="en-US" altLang="zh-TW" dirty="0"/>
              <a:t>1000 </a:t>
            </a:r>
            <a:r>
              <a:rPr lang="zh-TW" altLang="en-US" dirty="0"/>
              <a:t>步的 </a:t>
            </a:r>
            <a:r>
              <a:rPr lang="en-US" altLang="zh-TW" dirty="0"/>
              <a:t>averaging window</a:t>
            </a:r>
            <a:r>
              <a:rPr lang="zh-TW" altLang="en-US" dirty="0"/>
              <a:t>。</a:t>
            </a:r>
            <a:r>
              <a:rPr lang="en-US" altLang="zh-TW" b="1" i="0" u="sng" dirty="0"/>
              <a:t>[Validation] </a:t>
            </a:r>
            <a:r>
              <a:rPr lang="zh-TW" altLang="en-US" dirty="0"/>
              <a:t>在每個 </a:t>
            </a:r>
            <a:r>
              <a:rPr lang="en-US" altLang="zh-TW" dirty="0"/>
              <a:t>epoch</a:t>
            </a:r>
            <a:r>
              <a:rPr lang="zh-TW" altLang="en-US" dirty="0"/>
              <a:t>，我們會同時評估 </a:t>
            </a:r>
            <a:r>
              <a:rPr lang="en-US" altLang="zh-TW" dirty="0"/>
              <a:t>raw model </a:t>
            </a:r>
            <a:r>
              <a:rPr lang="zh-TW" altLang="en-US" dirty="0"/>
              <a:t>和 </a:t>
            </a:r>
            <a:r>
              <a:rPr lang="en-US" altLang="zh-TW" dirty="0"/>
              <a:t>EMA weights</a:t>
            </a:r>
            <a:r>
              <a:rPr lang="zh-TW" altLang="en-US" dirty="0"/>
              <a:t>，並選取在 </a:t>
            </a:r>
            <a:r>
              <a:rPr lang="en-US" altLang="zh-TW" dirty="0"/>
              <a:t>validation </a:t>
            </a:r>
            <a:r>
              <a:rPr lang="zh-TW" altLang="en-US" dirty="0"/>
              <a:t>上表現較佳的那個。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438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i="0" u="sng" dirty="0"/>
              <a:t>[Isotonic]</a:t>
            </a:r>
            <a:r>
              <a:rPr lang="zh-TW" altLang="en-US" b="1" i="0" u="sng" dirty="0"/>
              <a:t> </a:t>
            </a:r>
            <a:r>
              <a:rPr lang="zh-TW" altLang="en-US" dirty="0"/>
              <a:t>為了處理 </a:t>
            </a:r>
            <a:r>
              <a:rPr lang="en-US" altLang="zh-TW" dirty="0"/>
              <a:t>Uncertainty</a:t>
            </a:r>
            <a:r>
              <a:rPr lang="zh-TW" altLang="en-US" dirty="0"/>
              <a:t>，我們在訓練後引入了 </a:t>
            </a:r>
            <a:r>
              <a:rPr lang="en-US" altLang="zh-TW" dirty="0"/>
              <a:t>Isotonic Regression </a:t>
            </a:r>
            <a:r>
              <a:rPr lang="zh-TW" altLang="en-US" dirty="0"/>
              <a:t>。 簡單來說，就是透過 </a:t>
            </a:r>
            <a:r>
              <a:rPr lang="en-US" altLang="zh-TW" dirty="0"/>
              <a:t>PAVA </a:t>
            </a:r>
            <a:r>
              <a:rPr lang="zh-TW" altLang="en-US" dirty="0"/>
              <a:t>算法，學習如何將模型輸出的 </a:t>
            </a:r>
            <a:r>
              <a:rPr lang="en-US" altLang="zh-TW" dirty="0"/>
              <a:t>Variance</a:t>
            </a:r>
            <a:r>
              <a:rPr lang="zh-TW" altLang="en-US" dirty="0"/>
              <a:t>，映射到實際點估計 的 </a:t>
            </a:r>
            <a:r>
              <a:rPr lang="en-US" altLang="zh-TW" dirty="0"/>
              <a:t>Error </a:t>
            </a:r>
            <a:r>
              <a:rPr lang="zh-TW" altLang="en-US" dirty="0"/>
              <a:t>分佈上；</a:t>
            </a:r>
            <a:r>
              <a:rPr lang="en-US" altLang="zh-TW" b="1" i="0" u="sng" dirty="0"/>
              <a:t>[Score]</a:t>
            </a:r>
            <a:r>
              <a:rPr lang="zh-TW" altLang="en-US" b="1" i="0" u="sng" dirty="0"/>
              <a:t> </a:t>
            </a:r>
            <a:r>
              <a:rPr lang="zh-TW" altLang="en-US" dirty="0"/>
              <a:t>這直接針對比賽 </a:t>
            </a:r>
            <a:r>
              <a:rPr lang="en-US" altLang="zh-TW" dirty="0"/>
              <a:t>lambda MSE</a:t>
            </a:r>
            <a:r>
              <a:rPr lang="zh-TW" altLang="en-US" dirty="0"/>
              <a:t> 的 </a:t>
            </a:r>
            <a:r>
              <a:rPr lang="en-US" altLang="zh-TW" dirty="0"/>
              <a:t>Penalty </a:t>
            </a:r>
            <a:r>
              <a:rPr lang="zh-TW" altLang="en-US" dirty="0"/>
              <a:t>機制進行優化，</a:t>
            </a:r>
            <a:r>
              <a:rPr lang="en-US" altLang="zh-TW" b="1" i="0" u="sng" dirty="0"/>
              <a:t>[Calibration]</a:t>
            </a:r>
            <a:r>
              <a:rPr lang="zh-TW" altLang="en-US" b="1" i="0" u="sng" dirty="0"/>
              <a:t> </a:t>
            </a:r>
            <a:r>
              <a:rPr lang="zh-TW" altLang="en-US" dirty="0"/>
              <a:t>把分數推升至 </a:t>
            </a:r>
            <a:r>
              <a:rPr lang="en-US" altLang="zh-TW" dirty="0"/>
              <a:t>10.26</a:t>
            </a:r>
            <a:r>
              <a:rPr lang="zh-TW" altLang="en-US" dirty="0"/>
              <a:t>。 </a:t>
            </a:r>
            <a:r>
              <a:rPr lang="en-US" altLang="zh-TW" b="1" i="0" u="sng" dirty="0"/>
              <a:t>[Mixture of Gaussians]</a:t>
            </a:r>
            <a:r>
              <a:rPr lang="zh-TW" altLang="en-US" b="1" i="0" u="sng" dirty="0"/>
              <a:t> </a:t>
            </a:r>
            <a:r>
              <a:rPr lang="zh-TW" altLang="en-US" dirty="0"/>
              <a:t>最後在 </a:t>
            </a:r>
            <a:r>
              <a:rPr lang="en-US" altLang="zh-TW" dirty="0"/>
              <a:t>Ensemble </a:t>
            </a:r>
            <a:r>
              <a:rPr lang="zh-TW" altLang="en-US" dirty="0"/>
              <a:t>階段，我們採用最簡單的 </a:t>
            </a:r>
            <a:r>
              <a:rPr lang="en-US" altLang="zh-TW" dirty="0"/>
              <a:t>Mixture of Gaussians </a:t>
            </a:r>
            <a:r>
              <a:rPr lang="zh-TW" altLang="en-US" dirty="0"/>
              <a:t>，由 </a:t>
            </a:r>
            <a:r>
              <a:rPr lang="en-US" altLang="zh-TW" dirty="0"/>
              <a:t>8 </a:t>
            </a:r>
            <a:r>
              <a:rPr lang="zh-TW" altLang="en-US" dirty="0"/>
              <a:t>個模型 </a:t>
            </a:r>
            <a:r>
              <a:rPr lang="en-US" altLang="zh-TW" dirty="0"/>
              <a:t>Ensemble </a:t>
            </a:r>
            <a:r>
              <a:rPr lang="zh-TW" altLang="en-US" dirty="0"/>
              <a:t>出 </a:t>
            </a:r>
            <a:r>
              <a:rPr lang="en-US" altLang="zh-TW" dirty="0"/>
              <a:t>Mean </a:t>
            </a:r>
            <a:r>
              <a:rPr lang="zh-TW" altLang="en-US" dirty="0"/>
              <a:t>和 </a:t>
            </a:r>
            <a:r>
              <a:rPr lang="en-US" altLang="zh-TW" dirty="0"/>
              <a:t>Variance</a:t>
            </a:r>
            <a:r>
              <a:rPr lang="zh-TW" altLang="en-US" dirty="0"/>
              <a:t>。 事實證明，在 </a:t>
            </a:r>
            <a:r>
              <a:rPr lang="en-US" altLang="zh-TW" dirty="0"/>
              <a:t>Noise </a:t>
            </a:r>
            <a:r>
              <a:rPr lang="zh-TW" altLang="en-US" dirty="0"/>
              <a:t>很高的情況下，這種簡單的方法比透過模型的表現來加權還要更加可靠。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073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i="0" u="sng" dirty="0"/>
              <a:t>[PIT]</a:t>
            </a:r>
            <a:r>
              <a:rPr lang="zh-TW" altLang="en-US" b="1" i="0" u="sng" dirty="0"/>
              <a:t> </a:t>
            </a:r>
            <a:r>
              <a:rPr lang="zh-TW" altLang="en-US" dirty="0"/>
              <a:t>我們利用 </a:t>
            </a:r>
            <a:r>
              <a:rPr lang="en-US" altLang="zh-TW" dirty="0"/>
              <a:t>Probability Integral Transform </a:t>
            </a:r>
            <a:r>
              <a:rPr lang="zh-TW" altLang="en-US" dirty="0"/>
              <a:t> 來驗證不確定性的 </a:t>
            </a:r>
            <a:r>
              <a:rPr lang="en-US" altLang="zh-TW" dirty="0"/>
              <a:t>calibration</a:t>
            </a:r>
            <a:r>
              <a:rPr lang="zh-TW" altLang="en-US" dirty="0"/>
              <a:t>。 對於校準良好的預測來說，</a:t>
            </a:r>
            <a:r>
              <a:rPr lang="en-US" altLang="zh-TW" dirty="0"/>
              <a:t>PIT values </a:t>
            </a:r>
            <a:r>
              <a:rPr lang="zh-TW" altLang="en-US" dirty="0"/>
              <a:t>應該呈現 </a:t>
            </a:r>
            <a:r>
              <a:rPr lang="en-US" altLang="zh-TW" dirty="0"/>
              <a:t>uniform distribution </a:t>
            </a:r>
            <a:r>
              <a:rPr lang="zh-TW" altLang="en-US" dirty="0"/>
              <a:t>。 作法是計算每個真實值在預測的 </a:t>
            </a:r>
            <a:r>
              <a:rPr lang="en-US" altLang="zh-TW" dirty="0"/>
              <a:t>Gaussian </a:t>
            </a:r>
            <a:r>
              <a:rPr lang="zh-TW" altLang="en-US" dirty="0"/>
              <a:t>分佈下的 </a:t>
            </a:r>
            <a:r>
              <a:rPr lang="en-US" altLang="zh-TW" dirty="0"/>
              <a:t>CDF</a:t>
            </a:r>
            <a:r>
              <a:rPr lang="zh-TW" altLang="en-US" dirty="0"/>
              <a:t>，然後用 </a:t>
            </a:r>
            <a:r>
              <a:rPr lang="en-US" altLang="zh-TW" dirty="0"/>
              <a:t>KS statistic </a:t>
            </a:r>
            <a:r>
              <a:rPr lang="zh-TW" altLang="en-US" dirty="0"/>
              <a:t>來測試其均勻性。 </a:t>
            </a:r>
            <a:r>
              <a:rPr lang="en-US" altLang="zh-TW" b="1" i="0" u="sng" dirty="0"/>
              <a:t>[PIT Results]</a:t>
            </a:r>
            <a:r>
              <a:rPr lang="zh-TW" altLang="en-US" b="1" i="0" u="sng" dirty="0"/>
              <a:t> </a:t>
            </a:r>
            <a:r>
              <a:rPr lang="zh-TW" altLang="en-US" dirty="0"/>
              <a:t>我們的結果顯示，</a:t>
            </a:r>
            <a:r>
              <a:rPr lang="en-US" altLang="zh-TW" dirty="0"/>
              <a:t>Omega-m </a:t>
            </a:r>
            <a:r>
              <a:rPr lang="zh-TW" altLang="en-US" dirty="0"/>
              <a:t>的 </a:t>
            </a:r>
            <a:r>
              <a:rPr lang="en-US" altLang="zh-TW" dirty="0"/>
              <a:t>mean PIT </a:t>
            </a:r>
            <a:r>
              <a:rPr lang="zh-TW" altLang="en-US" dirty="0"/>
              <a:t>為 </a:t>
            </a:r>
            <a:r>
              <a:rPr lang="en-US" altLang="zh-TW" dirty="0"/>
              <a:t>0.502</a:t>
            </a:r>
            <a:r>
              <a:rPr lang="zh-TW" altLang="en-US" dirty="0"/>
              <a:t>，</a:t>
            </a:r>
            <a:r>
              <a:rPr lang="en-US" altLang="zh-TW" dirty="0"/>
              <a:t>sigma-8 </a:t>
            </a:r>
            <a:r>
              <a:rPr lang="zh-TW" altLang="en-US" dirty="0"/>
              <a:t>為 </a:t>
            </a:r>
            <a:r>
              <a:rPr lang="en-US" altLang="zh-TW" dirty="0"/>
              <a:t>0.488——</a:t>
            </a:r>
            <a:r>
              <a:rPr lang="zh-TW" altLang="en-US" dirty="0"/>
              <a:t>兩者都非常接近理想值 </a:t>
            </a:r>
            <a:r>
              <a:rPr lang="en-US" altLang="zh-TW" dirty="0"/>
              <a:t>0.5</a:t>
            </a:r>
            <a:r>
              <a:rPr lang="zh-TW" altLang="en-US" dirty="0"/>
              <a:t>。</a:t>
            </a:r>
            <a:r>
              <a:rPr lang="en-US" altLang="zh-TW" dirty="0"/>
              <a:t>KS statistics </a:t>
            </a:r>
            <a:r>
              <a:rPr lang="zh-TW" altLang="en-US" dirty="0"/>
              <a:t>則分別為 </a:t>
            </a:r>
            <a:r>
              <a:rPr lang="en-US" altLang="zh-TW" dirty="0"/>
              <a:t>0.029 </a:t>
            </a:r>
            <a:r>
              <a:rPr lang="zh-TW" altLang="en-US" dirty="0"/>
              <a:t>和 </a:t>
            </a:r>
            <a:r>
              <a:rPr lang="en-US" altLang="zh-TW" dirty="0"/>
              <a:t>0.037</a:t>
            </a:r>
            <a:r>
              <a:rPr lang="zh-TW" altLang="en-US" dirty="0"/>
              <a:t>，證實了良好的 </a:t>
            </a:r>
            <a:r>
              <a:rPr lang="en-US" altLang="zh-TW" dirty="0"/>
              <a:t>calibration</a:t>
            </a:r>
            <a:r>
              <a:rPr lang="zh-TW" altLang="en-US" dirty="0"/>
              <a:t>。 </a:t>
            </a:r>
            <a:r>
              <a:rPr lang="en-US" altLang="zh-TW" b="1" i="0" u="sng" dirty="0"/>
              <a:t>[Final Results]</a:t>
            </a:r>
            <a:r>
              <a:rPr lang="zh-TW" altLang="en-US" b="1" i="0" u="sng" dirty="0"/>
              <a:t> </a:t>
            </a:r>
            <a:r>
              <a:rPr lang="zh-TW" altLang="en-US" dirty="0"/>
              <a:t>最終結果方面：在 </a:t>
            </a:r>
            <a:r>
              <a:rPr lang="en-US" altLang="zh-TW" dirty="0"/>
              <a:t>4000 </a:t>
            </a:r>
            <a:r>
              <a:rPr lang="zh-TW" altLang="en-US" dirty="0"/>
              <a:t>筆預測的 </a:t>
            </a:r>
            <a:r>
              <a:rPr lang="en-US" altLang="zh-TW" dirty="0"/>
              <a:t>Test score </a:t>
            </a:r>
            <a:r>
              <a:rPr lang="zh-TW" altLang="en-US" dirty="0"/>
              <a:t>為 </a:t>
            </a:r>
            <a:r>
              <a:rPr lang="en-US" altLang="zh-TW" dirty="0"/>
              <a:t>10.38</a:t>
            </a:r>
            <a:r>
              <a:rPr lang="zh-TW" altLang="en-US" dirty="0"/>
              <a:t>，而 </a:t>
            </a:r>
            <a:r>
              <a:rPr lang="en-US" altLang="zh-TW" dirty="0"/>
              <a:t>out-of-fold CV </a:t>
            </a:r>
            <a:r>
              <a:rPr lang="zh-TW" altLang="en-US" dirty="0"/>
              <a:t>大約是 </a:t>
            </a:r>
            <a:r>
              <a:rPr lang="en-US" altLang="zh-TW" dirty="0"/>
              <a:t>10.27</a:t>
            </a:r>
            <a:r>
              <a:rPr lang="zh-TW" altLang="en-US" dirty="0"/>
              <a:t>。 </a:t>
            </a:r>
            <a:r>
              <a:rPr lang="en-US" altLang="zh-TW" b="1" i="0" u="sng" dirty="0"/>
              <a:t>[Key Takeaways]</a:t>
            </a:r>
            <a:r>
              <a:rPr lang="zh-TW" altLang="en-US" b="1" i="0" u="sng" dirty="0"/>
              <a:t> </a:t>
            </a:r>
            <a:r>
              <a:rPr lang="zh-TW" altLang="en-US" dirty="0"/>
              <a:t>最後總結幾個 </a:t>
            </a:r>
            <a:r>
              <a:rPr lang="en-US" altLang="zh-TW" dirty="0"/>
              <a:t>Key takeaways</a:t>
            </a:r>
            <a:r>
              <a:rPr lang="zh-TW" altLang="en-US" dirty="0"/>
              <a:t>：第一，</a:t>
            </a:r>
            <a:r>
              <a:rPr lang="en-US" altLang="zh-TW" dirty="0"/>
              <a:t>HDC architecture </a:t>
            </a:r>
            <a:r>
              <a:rPr lang="zh-TW" altLang="en-US" dirty="0"/>
              <a:t>有效捕捉了 </a:t>
            </a:r>
            <a:r>
              <a:rPr lang="en-US" altLang="zh-TW" dirty="0"/>
              <a:t>multi-scale cosmological features</a:t>
            </a:r>
            <a:r>
              <a:rPr lang="zh-TW" altLang="en-US" dirty="0"/>
              <a:t>；第二，</a:t>
            </a:r>
            <a:r>
              <a:rPr lang="en-US" altLang="zh-TW" dirty="0"/>
              <a:t>Beta-NLL </a:t>
            </a:r>
            <a:r>
              <a:rPr lang="zh-TW" altLang="en-US" dirty="0"/>
              <a:t>穩定了 </a:t>
            </a:r>
            <a:r>
              <a:rPr lang="en-US" altLang="zh-TW" dirty="0"/>
              <a:t>uncertainty learning</a:t>
            </a:r>
            <a:r>
              <a:rPr lang="zh-TW" altLang="en-US" dirty="0"/>
              <a:t>；第三，</a:t>
            </a:r>
            <a:r>
              <a:rPr lang="en-US" altLang="zh-TW" dirty="0"/>
              <a:t>Isotonic calibration </a:t>
            </a:r>
            <a:r>
              <a:rPr lang="zh-TW" altLang="en-US" dirty="0"/>
              <a:t>修正了剩餘的 </a:t>
            </a:r>
            <a:r>
              <a:rPr lang="en-US" altLang="zh-TW" dirty="0"/>
              <a:t>miscalibration</a:t>
            </a:r>
            <a:r>
              <a:rPr lang="zh-TW" altLang="en-US" dirty="0"/>
              <a:t>；第四，</a:t>
            </a:r>
            <a:r>
              <a:rPr lang="en-US" altLang="zh-TW" dirty="0" err="1"/>
              <a:t>MoG</a:t>
            </a:r>
            <a:r>
              <a:rPr lang="en-US" altLang="zh-TW" dirty="0"/>
              <a:t> ensemble </a:t>
            </a:r>
            <a:r>
              <a:rPr lang="zh-TW" altLang="en-US" dirty="0"/>
              <a:t>降低了 </a:t>
            </a:r>
            <a:r>
              <a:rPr lang="en-US" altLang="zh-TW" dirty="0"/>
              <a:t>prediction variance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989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以下是 </a:t>
            </a:r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002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22B5-6A24-3DA7-CBB7-17FF000B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AFDD52E-B910-6624-58AC-B8C859562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B744AC-C43F-0EFF-6313-85821093C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以及實際上我在競賽網站的跑分為</a:t>
            </a:r>
            <a:r>
              <a:rPr lang="en-US" altLang="zh-TW" dirty="0"/>
              <a:t>10.78</a:t>
            </a:r>
            <a:r>
              <a:rPr lang="zh-TW" altLang="en-US" dirty="0"/>
              <a:t>，顯示模型具有良好的泛化能力。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555540-8069-1C8B-0D2A-5EE927156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720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以及有 </a:t>
            </a:r>
            <a:r>
              <a:rPr lang="en-US" altLang="zh-TW" dirty="0"/>
              <a:t>Reference </a:t>
            </a:r>
            <a:r>
              <a:rPr lang="zh-TW" altLang="en-US" dirty="0"/>
              <a:t>到的 </a:t>
            </a:r>
            <a:r>
              <a:rPr lang="en-US" altLang="zh-TW" dirty="0"/>
              <a:t>Paper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4266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作為參考，相較於 </a:t>
            </a:r>
            <a:r>
              <a:rPr lang="en-US" altLang="zh-TW" dirty="0"/>
              <a:t>baseline score </a:t>
            </a:r>
            <a:r>
              <a:rPr lang="zh-TW" altLang="en-US" dirty="0"/>
              <a:t>的 </a:t>
            </a:r>
            <a:r>
              <a:rPr lang="en-US" altLang="zh-TW" dirty="0"/>
              <a:t>8.70</a:t>
            </a:r>
            <a:r>
              <a:rPr lang="zh-TW" altLang="en-US" dirty="0"/>
              <a:t>，我們的 </a:t>
            </a:r>
            <a:r>
              <a:rPr lang="en-US" altLang="zh-TW" dirty="0"/>
              <a:t>test score </a:t>
            </a:r>
            <a:r>
              <a:rPr lang="zh-TW" altLang="en-US" dirty="0"/>
              <a:t>是 </a:t>
            </a:r>
            <a:r>
              <a:rPr lang="en-US" altLang="zh-TW" dirty="0"/>
              <a:t>10.38</a:t>
            </a:r>
            <a:r>
              <a:rPr lang="zh-TW" altLang="en-US" dirty="0"/>
              <a:t>。挑戰賽網站、</a:t>
            </a:r>
            <a:r>
              <a:rPr lang="en-US" altLang="zh-TW" dirty="0" err="1"/>
              <a:t>startkit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dataset </a:t>
            </a:r>
            <a:r>
              <a:rPr lang="zh-TW" altLang="en-US" dirty="0"/>
              <a:t>的連結都顯示在螢幕上。感謝教授與助教的聆聽。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CC726-4C73-4BEE-BE2D-BCD2FBA6FD1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397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C6817-FC70-0B1A-5FA1-9EB2257C6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6EED2DD-31D8-E5AA-DE4A-66BCC4562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5D7FF4-44CC-B58C-2782-9A8ECBC9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309A4C-0F7A-97FB-376D-CCA18B10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BDCF0E-869E-995F-006A-36D5218B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984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01D1AC-3CF9-4DE2-F9AC-62621C4E2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9DCA39-0921-F7F8-C984-1AB033E23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830073-7822-B1D6-FE96-376D6F5D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60363A-26C6-3D10-4275-E04CB943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AC321D-A0CD-0A5D-5464-EFF24E7F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3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5D5515-B313-ABCA-1F73-705DB03D1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908DF0-E19A-278E-C364-B3D4FF073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723735-FA7D-1F22-CA5D-0B1B3589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2E4073-FBCE-153B-1136-5F130866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957F84-1293-3174-4933-F187C55E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2005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D66360-F714-46C2-891A-DFC770C6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DFE9C1-EDCB-24A9-4395-658FDB54A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E66BDF-2824-4201-9AE1-24A994B1F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500E57-E67F-FBBD-6422-2322C937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AF15E9-519B-7D22-4EE7-F96C8815C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B6B3D7-B836-DD8A-3C9A-05AFE8C8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04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625C97-EA86-C810-3F32-BB4D762F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CBB23E-7028-1E9D-2DD2-7C7CE6FD0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FA25EF-E796-71AB-0D06-25ABF4752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678CF3E-1769-2B2F-5105-5A9B1E3A4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4837749-B348-45ED-3AE6-CC33A2916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3A4AE0D-0A2B-9FDE-744C-AA06979E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62B0267-6A18-2F41-BD47-DE17199C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1AD4CB-6C56-20AF-8183-AE29A290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8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98040-C04A-5FC9-0EB4-9DF7B7F9C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0E01AA-A099-F2DC-0B75-7478BA05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08B7F6-0EC4-2250-CA59-6D042294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A4CAB4-15EE-16BE-14A3-E29EC25C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472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A08679-831A-6E7E-55B7-CBD941C8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3371868-D520-75AB-EDC3-F72EB2466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9DD5CE-FAEE-B958-324C-D8F38EAE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82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95F7D-ADA7-B870-5BF0-7793032C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85DD-C59E-E3BE-1341-70BEBC053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C7CA38-3F52-72A4-2D26-A572990D6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6E1DF5-7BA1-7A54-07CD-DCE81FBB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ED599E-F530-BBF6-7E73-AC9FC4A22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D4E4D0-A79E-695C-4FDE-069B8F50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52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836509-C890-BE9A-F533-CCA49736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A01F968-1FAD-EE70-E4A8-5ED61EEE6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9BC7DA-4905-D0F5-8AE2-E51BDFE7F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9D0E3D-26C8-391B-E784-D1588554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65EA0A-E8BB-306A-039D-E6F0E3BC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68A9C3-4F8C-F2D2-033D-2B36F8EF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820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F26F6-C90F-E878-BF62-935A1A9F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3D2733-0A03-48AE-8FA6-7DC09C641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DEE1B6-8C62-FEC5-3B08-D3C1313A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6A556D-4D40-C6D6-014C-25323333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E67FE6-6D49-EC35-DD5E-6849DA8F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37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E743843-8518-2B23-DF5F-4A633B27A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690CA4-0BF3-5BF4-ADD5-44288E21A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7847BF-439D-9B6C-0311-B68C7A70B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19F3F-15EC-C31D-5CD1-22D0A597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8275E5-C799-27D4-3C43-4AADA065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612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259FC7B-F420-FA2A-EC6F-64335556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96E31AD-090D-A377-2897-82A2CF1A7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8CB352-0144-A7AF-5711-D9B3C9C60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5C7AF-3870-43C1-BA53-5B1A1141EFD5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030A6A-1B1A-A949-0616-0FE892B94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5DB24C-B533-6D8E-C8B1-B07FE7158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024BF-6A07-4C7A-869F-127985BF80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4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CDAD6-6028-934A-7B29-0A8377CD5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567E603-FCBB-B408-55AD-B94FEF4CD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14C449A-DB88-6083-50C2-A846D9F5B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70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8414-FE53-28B7-E76E-B23F42F7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B5392-2E56-8389-3839-1B8C1D2E6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8C9561-AD99-6D35-B09F-B1BC556FB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EEE1E05-F265-7B91-305C-7FD733D9B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84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EE28-0BA1-2AD6-D51E-22CE182B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356C4D-7310-D3CB-6DE0-1440E0CC8E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231A02-C06F-1FDE-FB68-B74D54E732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5B69B2-5D93-0186-A339-E00B5BF9B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4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ACE9-7954-CE16-07B6-02D71058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607FD-ECF8-1495-E7F7-2C5490F39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27B3FE1-7AA9-D2C2-1D55-B43C19377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E3D6F36-22A4-BB0E-0450-41170A251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2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999F2-3B20-3F16-6346-42D53EFA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2280C-0C43-38F9-47C9-EEB832BE0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DC0F25-C4F2-100C-1526-FCD636169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B4A69F4-3FB0-39EB-EA71-2E6DF5132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4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9A9FB-DAA9-F606-053E-00E4EDDC3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FE9845-8F2E-00D5-BEF6-DF52A9D06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76EFA6-AD25-1244-4AF6-B054E3C62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463A7D1-298D-85D8-4869-573E6F990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8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EC34-5398-8D5B-8A71-5A4F3BD5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FEB5DF-6388-FC1A-0D02-B68247FB5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7A08036-520E-B48E-107A-9C0995A62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8D1DEE9-49CE-07C9-14AD-72B09E069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80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4156-27B8-359A-90EC-80BA97B4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18B69B-6F60-1B06-2258-47C6F9BB8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3C923F6-921D-76CE-76D6-1DFFE8AC0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6CD2290-1EB7-5F7A-73ED-C88058368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89850" cy="685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5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C68B-6906-7ADD-644D-03259C48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F98463-C5F1-0ABC-BCFD-0EF845C7B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60E19D-7D88-4B82-BCF2-D9F0492F5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51BE858-3860-0C12-4511-113F59336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7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07DC-F332-315A-5288-57EDF475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DC6CD-0358-C83B-269D-7A8098229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F8CF95-D5A3-160C-977A-F344E17CE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43FC9E-6EC9-6D63-E15A-498ECF871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8ED16-98C6-0193-0E5E-6A6835A9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B870E8-5597-E35B-4292-5A06B7641A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ADBBB6-2A10-3015-A330-EE7754871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FD743E8-4C75-B9FC-B155-7D20391F3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1EA43C2-7BC1-4F59-782B-CFE2D430E1C4}"/>
              </a:ext>
            </a:extLst>
          </p:cNvPr>
          <p:cNvSpPr/>
          <p:nvPr/>
        </p:nvSpPr>
        <p:spPr>
          <a:xfrm>
            <a:off x="219075" y="1266825"/>
            <a:ext cx="11830050" cy="4943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C0DFA57-DE4A-9D3A-2C6D-175988693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8"/>
          <a:stretch>
            <a:fillRect/>
          </a:stretch>
        </p:blipFill>
        <p:spPr>
          <a:xfrm>
            <a:off x="2993231" y="737283"/>
            <a:ext cx="6205538" cy="585015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DAC90B2-9ACB-EF00-7317-0339B7707E97}"/>
              </a:ext>
            </a:extLst>
          </p:cNvPr>
          <p:cNvSpPr/>
          <p:nvPr/>
        </p:nvSpPr>
        <p:spPr>
          <a:xfrm>
            <a:off x="2993230" y="6285707"/>
            <a:ext cx="6131719" cy="3017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642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1817-ED40-3358-F64E-9C4AFEFF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87E15E-F81E-8619-675D-1F9DDDB8B0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3DBD9A-A78E-1573-BEB4-80101A69F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8E99D1E-57CE-7146-CB1E-A36792431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04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F65984-13A0-7F4E-7F49-237A884F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CF3ACE3-454A-95C5-1D5B-CF8FBBEDB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" y="0"/>
            <a:ext cx="12187702" cy="6858000"/>
          </a:xfrm>
        </p:spPr>
      </p:pic>
    </p:spTree>
    <p:extLst>
      <p:ext uri="{BB962C8B-B14F-4D97-AF65-F5344CB8AC3E}">
        <p14:creationId xmlns:p14="http://schemas.microsoft.com/office/powerpoint/2010/main" val="1951169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1607</Words>
  <Application>Microsoft Office PowerPoint</Application>
  <PresentationFormat>寬螢幕</PresentationFormat>
  <Paragraphs>26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皓鈞 梁</dc:creator>
  <cp:lastModifiedBy>皓鈞 梁</cp:lastModifiedBy>
  <cp:revision>2</cp:revision>
  <dcterms:created xsi:type="dcterms:W3CDTF">2025-12-27T09:29:03Z</dcterms:created>
  <dcterms:modified xsi:type="dcterms:W3CDTF">2025-12-28T13:31:24Z</dcterms:modified>
</cp:coreProperties>
</file>